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59EEFA-4F57-42BD-B4AE-CF6E8A831F0C}">
  <a:tblStyle styleId="{B759EEFA-4F57-42BD-B4AE-CF6E8A831F0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408"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nl-N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4" name="Google Shape;185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nl-NL"/>
              <a:t>Boyu - 25s</a:t>
            </a:r>
            <a:endParaRPr/>
          </a:p>
          <a:p>
            <a:pPr indent="0" lvl="0" marL="0" rtl="0" algn="l">
              <a:spcBef>
                <a:spcPts val="0"/>
              </a:spcBef>
              <a:spcAft>
                <a:spcPts val="0"/>
              </a:spcAft>
              <a:buNone/>
            </a:pPr>
            <a:r>
              <a:rPr lang="nl-NL"/>
              <a:t>Good afternoon. We are Team 19, the disinformation spreaders, and we’ll talk about how disinformation spreads in social networks.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3c218bd0471_2_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Boyu -25s</a:t>
            </a:r>
            <a:endParaRPr/>
          </a:p>
          <a:p>
            <a:pPr indent="0" lvl="0" marL="0" rtl="0" algn="l">
              <a:spcBef>
                <a:spcPts val="0"/>
              </a:spcBef>
              <a:spcAft>
                <a:spcPts val="0"/>
              </a:spcAft>
              <a:buNone/>
            </a:pPr>
            <a:r>
              <a:rPr lang="nl-NL"/>
              <a:t>Let me briefly outline the structure of our presentation. </a:t>
            </a:r>
            <a:r>
              <a:rPr lang="nl-NL"/>
              <a:t>First, we motivate the problem of disinformation and introduce our Ising-based model. We then study how memory, external influence, and network topology shape opinion dynamics. Finally, we present our main results and conclusions.</a:t>
            </a:r>
            <a:endParaRPr/>
          </a:p>
        </p:txBody>
      </p:sp>
      <p:sp>
        <p:nvSpPr>
          <p:cNvPr id="1864" name="Google Shape;1864;g3c218bd0471_2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3c2136d673c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g3c2136d673c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nl-NL"/>
              <a:t>Boyu - </a:t>
            </a:r>
            <a:endParaRPr/>
          </a:p>
          <a:p>
            <a:pPr indent="0" lvl="0" marL="0" rtl="0" algn="l">
              <a:spcBef>
                <a:spcPts val="0"/>
              </a:spcBef>
              <a:spcAft>
                <a:spcPts val="0"/>
              </a:spcAft>
              <a:buClr>
                <a:schemeClr val="dk1"/>
              </a:buClr>
              <a:buSzPts val="1100"/>
              <a:buFont typeface="Arial"/>
              <a:buNone/>
            </a:pPr>
            <a:r>
              <a:rPr lang="nl-NL"/>
              <a:t>Nowadays, the spread of disinformation, misinformation, and fake news has </a:t>
            </a:r>
            <a:r>
              <a:rPr lang="nl-NL"/>
              <a:t>become a major challenge, especially due to social media and AI-generated content.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NL"/>
              <a:t>This spread also leads to the polarisation of political views, increasing the risk of political instability and reduce social cohesion. For instance, during recent U.S. elections, Russian narratives surrounding Donald Trump were amplified within online communities, which illustrate how external information can shape collective beliefs.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NL"/>
              <a:t>In this project, we focus on understanding when and why such transitions occur, and what determines how robust collective beliefs are against external influence in social networks.</a:t>
            </a:r>
            <a:endParaRPr/>
          </a:p>
        </p:txBody>
      </p:sp>
      <p:sp>
        <p:nvSpPr>
          <p:cNvPr id="1872" name="Google Shape;1872;g3c2136d673c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3c2136d673c_4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0" name="Google Shape;1880;g3c2136d673c_4_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Oskar:</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Since this project is more of a sprint than a marathon, we chose the paper from the title as a baseline paper to reproduce and extend later on in the project.</a:t>
            </a:r>
            <a:endParaRPr/>
          </a:p>
          <a:p>
            <a:pPr indent="0" lvl="0" marL="0" rtl="0" algn="l">
              <a:spcBef>
                <a:spcPts val="0"/>
              </a:spcBef>
              <a:spcAft>
                <a:spcPts val="0"/>
              </a:spcAft>
              <a:buNone/>
            </a:pPr>
            <a:r>
              <a:rPr lang="nl-NL"/>
              <a:t>It studies disinformation spread in a social network represented in the form of a three-state Ising model, where each node can reject, adopt, or be on the fence about a piece of disinformation.</a:t>
            </a:r>
            <a:endParaRPr/>
          </a:p>
          <a:p>
            <a:pPr indent="0" lvl="0" marL="0" rtl="0" algn="l">
              <a:spcBef>
                <a:spcPts val="0"/>
              </a:spcBef>
              <a:spcAft>
                <a:spcPts val="0"/>
              </a:spcAft>
              <a:buNone/>
            </a:pPr>
            <a:r>
              <a:rPr lang="nl-NL"/>
              <a:t>The underlying weighted undirected graph allows nodes to interact between each other, where nodes pull on their neighbours to adapt the same belief if the weight is positive. These coupling strengths are heterogeneous to represent the differences of depth in social ties, and negative strengths will promote disagreement.</a:t>
            </a:r>
            <a:br>
              <a:rPr lang="nl-NL"/>
            </a:br>
            <a:r>
              <a:rPr lang="nl-NL"/>
              <a:t>External influences on belief in a social network, such as targeted disinformation campaigns, propaganda or fact-checking efforts, are </a:t>
            </a:r>
            <a:r>
              <a:rPr lang="nl-NL"/>
              <a:t>combined</a:t>
            </a:r>
            <a:r>
              <a:rPr lang="nl-NL"/>
              <a:t> and represented by an external field that nudges the transitions into specific directions.</a:t>
            </a:r>
            <a:endParaRPr/>
          </a:p>
          <a:p>
            <a:pPr indent="0" lvl="0" marL="0" rtl="0" algn="l">
              <a:spcBef>
                <a:spcPts val="0"/>
              </a:spcBef>
              <a:spcAft>
                <a:spcPts val="0"/>
              </a:spcAft>
              <a:buNone/>
            </a:pPr>
            <a:r>
              <a:rPr lang="nl-NL"/>
              <a:t>An interesting and novel addition the paper offers, is the introduction of memory effects, where the prior belief of a node influences the probability of it adapting a different belief, called cognitive inertia.</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Evangelatos et al found that the addition of memory effects did affect the shifting of belief in a network, where a higher memory coefficient reduced the rate at which belief changes, but apparently also account for higher measures of polarisation. These findings are aligned with real-world scenarios, where strongly based prior beliefs result in less pliability of opinion.</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This paper introduces a necessary extension to existing belief frameworks, but still lacks certain aspects of the complex idea of social interaction and information sharing.</a:t>
            </a:r>
            <a:endParaRPr/>
          </a:p>
          <a:p>
            <a:pPr indent="0" lvl="0" marL="0" rtl="0" algn="l">
              <a:spcBef>
                <a:spcPts val="0"/>
              </a:spcBef>
              <a:spcAft>
                <a:spcPts val="0"/>
              </a:spcAft>
              <a:buNone/>
            </a:pPr>
            <a:r>
              <a:rPr lang="nl-NL"/>
              <a:t>One of these problems is the fact that any nodes memory only lasts for a singular timestep. This assumption that yesterday’s belief influences today’s belief feels like a valid design choice, but yesterday’s belief “disappearing” tomorrow shows the “goldfish-like” memory of the model.</a:t>
            </a:r>
            <a:endParaRPr/>
          </a:p>
          <a:p>
            <a:pPr indent="0" lvl="0" marL="0" rtl="0" algn="l">
              <a:spcBef>
                <a:spcPts val="0"/>
              </a:spcBef>
              <a:spcAft>
                <a:spcPts val="0"/>
              </a:spcAft>
              <a:buNone/>
            </a:pPr>
            <a:r>
              <a:rPr lang="nl-NL"/>
              <a:t>Another aspect in which the model is limited would be the ternary representation of belief. There are far more possibilities than agreeing, disagreeing and not being sure, but the options are not present in this research.</a:t>
            </a:r>
            <a:endParaRPr/>
          </a:p>
          <a:p>
            <a:pPr indent="0" lvl="0" marL="0" rtl="0" algn="l">
              <a:spcBef>
                <a:spcPts val="0"/>
              </a:spcBef>
              <a:spcAft>
                <a:spcPts val="0"/>
              </a:spcAft>
              <a:buNone/>
            </a:pPr>
            <a:r>
              <a:rPr lang="nl-NL"/>
              <a:t>Another limitation is the assumption of rational influence which overlooks the emotions that play into decision-making.</a:t>
            </a:r>
            <a:endParaRPr/>
          </a:p>
          <a:p>
            <a:pPr indent="0" lvl="0" marL="0" rtl="0" algn="l">
              <a:spcBef>
                <a:spcPts val="0"/>
              </a:spcBef>
              <a:spcAft>
                <a:spcPts val="0"/>
              </a:spcAft>
              <a:buNone/>
            </a:pPr>
            <a:r>
              <a:rPr lang="nl-NL"/>
              <a:t>This paper also assumed zero latency of the information spread, whereas in reality individuals process and digest information/news with a delay. </a:t>
            </a:r>
            <a:br>
              <a:rPr lang="nl-NL"/>
            </a:br>
            <a:r>
              <a:rPr lang="nl-NL"/>
              <a:t>A missing ingredient we wanted to explore was the lack of a</a:t>
            </a:r>
            <a:r>
              <a:rPr b="1" lang="nl-NL"/>
              <a:t> temporal aspect </a:t>
            </a:r>
            <a:r>
              <a:rPr lang="nl-NL"/>
              <a:t>in the external field. Since information events such as campaigns, breaking news and propaganda don’t slowly and statically pull on a networks belief, we decided to extend Evangelatos’ model with a per-node temporally dynamic representation of external influences, which lets us nudge a fraction of the population towards a belief during a specific time interval.</a:t>
            </a:r>
            <a:endParaRPr sz="1400">
              <a:latin typeface="Times New Roman"/>
              <a:ea typeface="Times New Roman"/>
              <a:cs typeface="Times New Roman"/>
              <a:sym typeface="Times New Roman"/>
            </a:endParaRPr>
          </a:p>
        </p:txBody>
      </p:sp>
      <p:sp>
        <p:nvSpPr>
          <p:cNvPr id="1881" name="Google Shape;1881;g3c2136d673c_4_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3c2136d673c_4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3c2136d673c_4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Oskar</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So, what do we want to do with all of this? </a:t>
            </a:r>
            <a:br>
              <a:rPr lang="nl-NL"/>
            </a:br>
            <a:r>
              <a:rPr lang="nl-NL"/>
              <a:t>We have mentioned the “dynamic external field” which allows us to model time-sensitive disinformation spread. </a:t>
            </a:r>
            <a:br>
              <a:rPr lang="nl-NL"/>
            </a:br>
            <a:r>
              <a:rPr lang="nl-NL"/>
              <a:t>With this, it is natural for us to explore this extra degree of freedom with our research question.</a:t>
            </a:r>
            <a:br>
              <a:rPr lang="nl-NL"/>
            </a:br>
            <a:r>
              <a:rPr lang="nl-NL"/>
              <a:t>This has led to the concept of “propaganda events” which we will define a bit later, and finally the overall question</a:t>
            </a:r>
            <a:endParaRPr/>
          </a:p>
          <a:p>
            <a:pPr indent="0" lvl="0" marL="0" rtl="0" algn="l">
              <a:spcBef>
                <a:spcPts val="0"/>
              </a:spcBef>
              <a:spcAft>
                <a:spcPts val="0"/>
              </a:spcAft>
              <a:buNone/>
            </a:pPr>
            <a:r>
              <a:rPr b="1" lang="nl-NL" sz="1700">
                <a:solidFill>
                  <a:srgbClr val="BC0031"/>
                </a:solidFill>
                <a:latin typeface="Times New Roman"/>
                <a:ea typeface="Times New Roman"/>
                <a:cs typeface="Times New Roman"/>
                <a:sym typeface="Times New Roman"/>
              </a:rPr>
              <a:t>How do propaganda events alter the critical threshold at which a social network transitions to a different belief state</a:t>
            </a:r>
            <a:endParaRPr b="1" sz="1700">
              <a:solidFill>
                <a:srgbClr val="BC0031"/>
              </a:solidFill>
              <a:latin typeface="Times New Roman"/>
              <a:ea typeface="Times New Roman"/>
              <a:cs typeface="Times New Roman"/>
              <a:sym typeface="Times New Roman"/>
            </a:endParaRPr>
          </a:p>
          <a:p>
            <a:pPr indent="0" lvl="0" marL="0" rtl="0" algn="l">
              <a:spcBef>
                <a:spcPts val="0"/>
              </a:spcBef>
              <a:spcAft>
                <a:spcPts val="0"/>
              </a:spcAft>
              <a:buNone/>
            </a:pPr>
            <a:r>
              <a:rPr lang="nl-NL"/>
              <a:t> We explore this question with three hypotheses, the first of which is a preliminary to run good experiments and to generate a nice plot that the reference paper does not provide. This is hypothesis one, the details of the outcome of which informs the remaining experiments.</a:t>
            </a:r>
            <a:br>
              <a:rPr lang="nl-NL"/>
            </a:br>
            <a:br>
              <a:rPr lang="nl-NL"/>
            </a:br>
            <a:r>
              <a:rPr lang="nl-NL"/>
              <a:t>With the next hypothesis, we want to explore how and whether the specific connectedness of the network affects the resilience against spread of false information. We suspect that networks with the scale-free topology are least resilient based off an experiment in the reference paper, in which they showed that this topology adopts new information most quickly.</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The third and final hypothesis explores the memory parameter µ, where we’d expect a population with cognitive inertia to remain more resilient to propaganda events but more research would be needed.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nl-NL"/>
              <a:t>grading criteria:</a:t>
            </a:r>
            <a:endParaRPr/>
          </a:p>
          <a:p>
            <a:pPr indent="0" lvl="0" marL="0" rtl="0" algn="l">
              <a:spcBef>
                <a:spcPts val="0"/>
              </a:spcBef>
              <a:spcAft>
                <a:spcPts val="0"/>
              </a:spcAft>
              <a:buNone/>
            </a:pPr>
            <a:r>
              <a:rPr lang="nl-NL"/>
              <a:t>	link hypotheses to motivation</a:t>
            </a:r>
            <a:endParaRPr/>
          </a:p>
          <a:p>
            <a:pPr indent="0" lvl="0" marL="0" rtl="0" algn="l">
              <a:spcBef>
                <a:spcPts val="0"/>
              </a:spcBef>
              <a:spcAft>
                <a:spcPts val="0"/>
              </a:spcAft>
              <a:buClr>
                <a:schemeClr val="dk1"/>
              </a:buClr>
              <a:buSzPts val="1100"/>
              <a:buFont typeface="Arial"/>
              <a:buNone/>
            </a:pPr>
            <a:r>
              <a:t/>
            </a:r>
            <a:endParaRPr/>
          </a:p>
        </p:txBody>
      </p:sp>
      <p:sp>
        <p:nvSpPr>
          <p:cNvPr id="1893" name="Google Shape;1893;g3c2136d673c_4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3c218bd0471_3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3c218bd0471_3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Theo:</a:t>
            </a:r>
            <a:endParaRPr/>
          </a:p>
          <a:p>
            <a:pPr indent="0" lvl="0" marL="0" rtl="0" algn="l">
              <a:spcBef>
                <a:spcPts val="0"/>
              </a:spcBef>
              <a:spcAft>
                <a:spcPts val="0"/>
              </a:spcAft>
              <a:buNone/>
            </a:pPr>
            <a:r>
              <a:rPr lang="nl-NL"/>
              <a:t>Let’s spend a moment together to </a:t>
            </a:r>
            <a:r>
              <a:rPr lang="nl-NL"/>
              <a:t>understand</a:t>
            </a:r>
            <a:r>
              <a:rPr lang="nl-NL"/>
              <a:t> the model we are simulating.</a:t>
            </a:r>
            <a:endParaRPr/>
          </a:p>
          <a:p>
            <a:pPr indent="0" lvl="0" marL="0" rtl="0" algn="l">
              <a:spcBef>
                <a:spcPts val="0"/>
              </a:spcBef>
              <a:spcAft>
                <a:spcPts val="0"/>
              </a:spcAft>
              <a:buNone/>
            </a:pPr>
            <a:r>
              <a:rPr lang="nl-NL"/>
              <a:t>The state of each node at time t, which is one of three values, is denoted s_i of t.</a:t>
            </a:r>
            <a:endParaRPr/>
          </a:p>
          <a:p>
            <a:pPr indent="0" lvl="0" marL="0" rtl="0" algn="l">
              <a:spcBef>
                <a:spcPts val="0"/>
              </a:spcBef>
              <a:spcAft>
                <a:spcPts val="0"/>
              </a:spcAft>
              <a:buNone/>
            </a:pPr>
            <a:r>
              <a:rPr lang="nl-NL"/>
              <a:t>The bond strengths or coupling strengths between nodes i and j are denotes J_ij, and we have that J_ij = J_ji because the graph is undirected.</a:t>
            </a:r>
            <a:br>
              <a:rPr lang="nl-NL"/>
            </a:br>
            <a:r>
              <a:rPr lang="nl-NL"/>
              <a:t>Our addition is the time-dependent external field h_i(t), which, due to the “i” subscript, is also in a sense personalized per node “i”.</a:t>
            </a:r>
            <a:endParaRPr/>
          </a:p>
          <a:p>
            <a:pPr indent="0" lvl="0" marL="0" rtl="0" algn="l">
              <a:spcBef>
                <a:spcPts val="0"/>
              </a:spcBef>
              <a:spcAft>
                <a:spcPts val="0"/>
              </a:spcAft>
              <a:buNone/>
            </a:pPr>
            <a:r>
              <a:rPr lang="nl-NL"/>
              <a:t>With these quantities, it will be useful to define, as they also do in the paper, the “effective field” for node “i”, which is a sum of the neighboring states weighted by the bond strengths, with the temporal personal field added to it. The final term is the cognitive inertia term, which promotes old beliefs to remain, explicitly modeled as the state of node “i” at the previous timestep. The parameter mu (µ) is nonnegative and we will refer to it as the memory coefficient.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Finally, with these definitions out the way, we can define the transition dynamics of the network:</a:t>
            </a:r>
            <a:endParaRPr/>
          </a:p>
          <a:p>
            <a:pPr indent="0" lvl="0" marL="0" rtl="0" algn="l">
              <a:spcBef>
                <a:spcPts val="0"/>
              </a:spcBef>
              <a:spcAft>
                <a:spcPts val="0"/>
              </a:spcAft>
              <a:buNone/>
            </a:pPr>
            <a:r>
              <a:rPr lang="nl-NL"/>
              <a:t>The probability of transitioning to state “z” can be computed by knowing the effective field, which, after which it is a boltzmann-type distribution with inverse temperature </a:t>
            </a:r>
            <a:r>
              <a:rPr lang="nl-NL"/>
              <a:t>parameter</a:t>
            </a:r>
            <a:r>
              <a:rPr lang="nl-NL"/>
              <a:t> beta. Since z and h interact multiplicatively, the energy is minimized when they have the same sign, which promotes a new state that agrees with the effective field over one that disagrees.</a:t>
            </a:r>
            <a:br>
              <a:rPr lang="nl-NL"/>
            </a:br>
            <a:r>
              <a:rPr lang="nl-NL"/>
              <a:t>So in spirit it is very similar to the ising model, but no longer on a grid, with edge weights, with a self-consistency tendency, and with an external field “h” that lets us interact with the system and poke it.</a:t>
            </a:r>
            <a:endParaRPr/>
          </a:p>
        </p:txBody>
      </p:sp>
      <p:sp>
        <p:nvSpPr>
          <p:cNvPr id="1910" name="Google Shape;1910;g3c218bd0471_3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c218bd0471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1" name="Google Shape;1931;g3c218bd0471_2_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Theo:</a:t>
            </a:r>
            <a:endParaRPr/>
          </a:p>
          <a:p>
            <a:pPr indent="0" lvl="0" marL="0" rtl="0" algn="l">
              <a:spcBef>
                <a:spcPts val="0"/>
              </a:spcBef>
              <a:spcAft>
                <a:spcPts val="0"/>
              </a:spcAft>
              <a:buNone/>
            </a:pPr>
            <a:r>
              <a:rPr lang="nl-NL"/>
              <a:t>To </a:t>
            </a:r>
            <a:r>
              <a:rPr lang="nl-NL"/>
              <a:t>quantify the collective outcome of opinion dynamics, we use magnetization as our main observable.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Magnetization is simply the average opinion across all individuals in the network. It range from -1 to 1. A value of -1 corresponds to universal rejection of the propaganda, while +1 indicates full adoption.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Throughout the rest of the presentation, magnetization will be our key measure for determining whether external influence succeeds or fails. </a:t>
            </a:r>
            <a:endParaRPr/>
          </a:p>
        </p:txBody>
      </p:sp>
      <p:sp>
        <p:nvSpPr>
          <p:cNvPr id="1932" name="Google Shape;1932;g3c218bd0471_2_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8" name="Shape 1938"/>
        <p:cNvGrpSpPr/>
        <p:nvPr/>
      </p:nvGrpSpPr>
      <p:grpSpPr>
        <a:xfrm>
          <a:off x="0" y="0"/>
          <a:ext cx="0" cy="0"/>
          <a:chOff x="0" y="0"/>
          <a:chExt cx="0" cy="0"/>
        </a:xfrm>
      </p:grpSpPr>
      <p:sp>
        <p:nvSpPr>
          <p:cNvPr id="1939" name="Google Shape;1939;g3c2136d673c_4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0" name="Google Shape;1940;g3c2136d673c_4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Boyu</a:t>
            </a:r>
            <a:endParaRPr/>
          </a:p>
          <a:p>
            <a:pPr indent="0" lvl="0" marL="0" rtl="0" algn="l">
              <a:spcBef>
                <a:spcPts val="0"/>
              </a:spcBef>
              <a:spcAft>
                <a:spcPts val="0"/>
              </a:spcAft>
              <a:buNone/>
            </a:pPr>
            <a:r>
              <a:rPr lang="nl-NL"/>
              <a:t>We consider three different network topologies to model social interactions. </a:t>
            </a:r>
            <a:endParaRPr/>
          </a:p>
          <a:p>
            <a:pPr indent="0" lvl="0" marL="0" rtl="0" algn="l">
              <a:spcBef>
                <a:spcPts val="0"/>
              </a:spcBef>
              <a:spcAft>
                <a:spcPts val="0"/>
              </a:spcAft>
              <a:buNone/>
            </a:pPr>
            <a:r>
              <a:rPr lang="nl-NL"/>
              <a:t>First, Erdos-Renyi networks, where </a:t>
            </a:r>
            <a:r>
              <a:rPr lang="nl-NL"/>
              <a:t>connections</a:t>
            </a:r>
            <a:r>
              <a:rPr lang="nl-NL"/>
              <a:t> are random and homogeneous. </a:t>
            </a:r>
            <a:endParaRPr/>
          </a:p>
          <a:p>
            <a:pPr indent="0" lvl="0" marL="0" rtl="0" algn="l">
              <a:spcBef>
                <a:spcPts val="0"/>
              </a:spcBef>
              <a:spcAft>
                <a:spcPts val="0"/>
              </a:spcAft>
              <a:buNone/>
            </a:pPr>
            <a:r>
              <a:rPr lang="nl-NL"/>
              <a:t>Second</a:t>
            </a:r>
            <a:r>
              <a:rPr lang="nl-NL"/>
              <a:t> small-world networks, which capture high clustering and short path lengths, typical of real social networks.</a:t>
            </a:r>
            <a:endParaRPr/>
          </a:p>
          <a:p>
            <a:pPr indent="0" lvl="0" marL="0" rtl="0" algn="l">
              <a:spcBef>
                <a:spcPts val="0"/>
              </a:spcBef>
              <a:spcAft>
                <a:spcPts val="0"/>
              </a:spcAft>
              <a:buNone/>
            </a:pPr>
            <a:r>
              <a:rPr lang="nl-NL"/>
              <a:t>And third, scale-free networks, characterized by hubs – a few highly connected individuals with disproportionate influence.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By comparing these topologies, we can study how network structure affects the spread of disinformation and the </a:t>
            </a:r>
            <a:r>
              <a:rPr lang="nl-NL"/>
              <a:t>robustness</a:t>
            </a:r>
            <a:r>
              <a:rPr lang="nl-NL"/>
              <a:t> of collective </a:t>
            </a:r>
            <a:r>
              <a:rPr lang="nl-NL"/>
              <a:t>beliefs</a:t>
            </a:r>
            <a:r>
              <a:rPr lang="nl-NL"/>
              <a:t>.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We will only be studying networks of size 100 with an expected amount of around 990 edges when it is possible to control the edge count. </a:t>
            </a:r>
            <a:endParaRPr u="sng"/>
          </a:p>
        </p:txBody>
      </p:sp>
      <p:sp>
        <p:nvSpPr>
          <p:cNvPr id="1941" name="Google Shape;1941;g3c2136d673c_4_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1" name="Shape 1951"/>
        <p:cNvGrpSpPr/>
        <p:nvPr/>
      </p:nvGrpSpPr>
      <p:grpSpPr>
        <a:xfrm>
          <a:off x="0" y="0"/>
          <a:ext cx="0" cy="0"/>
          <a:chOff x="0" y="0"/>
          <a:chExt cx="0" cy="0"/>
        </a:xfrm>
      </p:grpSpPr>
      <p:sp>
        <p:nvSpPr>
          <p:cNvPr id="1952" name="Google Shape;1952;g3c2136d673c_4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3" name="Google Shape;1953;g3c2136d673c_4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Boyu</a:t>
            </a:r>
            <a:endParaRPr/>
          </a:p>
          <a:p>
            <a:pPr indent="0" lvl="0" marL="0" rtl="0" algn="l">
              <a:spcBef>
                <a:spcPts val="0"/>
              </a:spcBef>
              <a:spcAft>
                <a:spcPts val="0"/>
              </a:spcAft>
              <a:buNone/>
            </a:pPr>
            <a:r>
              <a:rPr lang="nl-NL"/>
              <a:t>Here we show example time </a:t>
            </a:r>
            <a:r>
              <a:rPr lang="nl-NL"/>
              <a:t>trajectories</a:t>
            </a:r>
            <a:r>
              <a:rPr lang="nl-NL"/>
              <a:t> of the magnetization for the model, starting from the random initial conditions and without any external field.</a:t>
            </a:r>
            <a:endParaRPr/>
          </a:p>
          <a:p>
            <a:pPr indent="0" lvl="0" marL="0" rtl="0" algn="l">
              <a:spcBef>
                <a:spcPts val="0"/>
              </a:spcBef>
              <a:spcAft>
                <a:spcPts val="0"/>
              </a:spcAft>
              <a:buNone/>
            </a:pPr>
            <a:r>
              <a:rPr lang="nl-NL"/>
              <a:t>Each panel corresponds to a different value of the inverse temperature β, which controls how noisy the dynamics are. The background colors, purple, grey, and yellow, show the distribution of the three different states, with purple being -1, grey being 0, and yellow being +1.</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At low β, meaning high temperature, the dynamics are noise-dominated: opinions fluctuate strongly and the magnetization remains close to zero.</a:t>
            </a:r>
            <a:endParaRPr/>
          </a:p>
          <a:p>
            <a:pPr indent="0" lvl="0" marL="0" rtl="0" algn="l">
              <a:spcBef>
                <a:spcPts val="0"/>
              </a:spcBef>
              <a:spcAft>
                <a:spcPts val="0"/>
              </a:spcAft>
              <a:buNone/>
            </a:pPr>
            <a:r>
              <a:rPr lang="nl-NL"/>
              <a:t>As β increases, the system becomes more stable and self-organized consensus starts to emerge.</a:t>
            </a:r>
            <a:endParaRPr/>
          </a:p>
          <a:p>
            <a:pPr indent="0" lvl="0" marL="0" rtl="0" algn="l">
              <a:spcBef>
                <a:spcPts val="0"/>
              </a:spcBef>
              <a:spcAft>
                <a:spcPts val="0"/>
              </a:spcAft>
              <a:buNone/>
            </a:pPr>
            <a:r>
              <a:rPr lang="nl-NL"/>
              <a:t>For very large β, the dynamics are almost deterministic and the system rapidly converges to a fully ordered state.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At low β, corresponding to high temperatures, the system is dominated by noise: opinions fluctuate strongly, and the magnetization stays close to zero, indicating a disordered or chaotic state. We see that we have a pretty even ⅓ split between all states at all times.</a:t>
            </a:r>
            <a:endParaRPr/>
          </a:p>
          <a:p>
            <a:pPr indent="0" lvl="0" marL="0" rtl="0" algn="l">
              <a:spcBef>
                <a:spcPts val="0"/>
              </a:spcBef>
              <a:spcAft>
                <a:spcPts val="0"/>
              </a:spcAft>
              <a:buNone/>
            </a:pPr>
            <a:r>
              <a:rPr lang="nl-NL"/>
              <a:t>As we lower the temperature (lower left image), the dynamics become more stable, and we begin to see self-</a:t>
            </a:r>
            <a:r>
              <a:rPr lang="nl-NL"/>
              <a:t>organized</a:t>
            </a:r>
            <a:r>
              <a:rPr lang="nl-NL"/>
              <a:t> consensus, where the system converges to a state with high magnetization. Only a few neutral nodes remain and even fewer of the opposing view.</a:t>
            </a:r>
            <a:endParaRPr/>
          </a:p>
          <a:p>
            <a:pPr indent="0" lvl="0" marL="0" rtl="0" algn="l">
              <a:spcBef>
                <a:spcPts val="0"/>
              </a:spcBef>
              <a:spcAft>
                <a:spcPts val="0"/>
              </a:spcAft>
              <a:buNone/>
            </a:pPr>
            <a:r>
              <a:rPr lang="nl-NL"/>
              <a:t>For very larger β, meaning even lower temperatures, this alignment becomes almost deterministic: the system </a:t>
            </a:r>
            <a:r>
              <a:rPr lang="nl-NL"/>
              <a:t>rapidly</a:t>
            </a:r>
            <a:r>
              <a:rPr lang="nl-NL"/>
              <a:t> settles into a fully </a:t>
            </a:r>
            <a:r>
              <a:rPr lang="nl-NL"/>
              <a:t>ordered state, where nearly all agents share the same opinion.</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These trajectories illustrate the transition from disordered to ordered collective behavior as noise is reduced, even in the absence of external influence, meaning, in these simulations the external field was zero.</a:t>
            </a:r>
            <a:endParaRPr/>
          </a:p>
        </p:txBody>
      </p:sp>
      <p:sp>
        <p:nvSpPr>
          <p:cNvPr id="1954" name="Google Shape;1954;g3c2136d673c_4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g3c23db8721d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5" name="Google Shape;1975;g3c23db8721d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Boyu</a:t>
            </a:r>
            <a:endParaRPr/>
          </a:p>
          <a:p>
            <a:pPr indent="0" lvl="0" marL="0" rtl="0" algn="l">
              <a:spcBef>
                <a:spcPts val="0"/>
              </a:spcBef>
              <a:spcAft>
                <a:spcPts val="0"/>
              </a:spcAft>
              <a:buNone/>
            </a:pPr>
            <a:r>
              <a:rPr lang="nl-NL"/>
              <a:t>Here we show example trajectories of the mean magnetization. They start with random initial conditions and without any external field.</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On the left  we have  low β, meaning high temperature -  the dynamics are noise-dominated: opinions fluctuate a lot but remain close to zero.</a:t>
            </a:r>
            <a:endParaRPr/>
          </a:p>
          <a:p>
            <a:pPr indent="0" lvl="0" marL="0" rtl="0" algn="l">
              <a:spcBef>
                <a:spcPts val="0"/>
              </a:spcBef>
              <a:spcAft>
                <a:spcPts val="0"/>
              </a:spcAft>
              <a:buNone/>
            </a:pPr>
            <a:r>
              <a:rPr lang="nl-NL"/>
              <a:t>On the right, as β increases, the system becomes more stable and self-organized consensus starts to emerge.</a:t>
            </a:r>
            <a:endParaRPr/>
          </a:p>
          <a:p>
            <a:pPr indent="0" lvl="0" marL="0" rtl="0" algn="l">
              <a:spcBef>
                <a:spcPts val="0"/>
              </a:spcBef>
              <a:spcAft>
                <a:spcPts val="0"/>
              </a:spcAft>
              <a:buClr>
                <a:schemeClr val="dk1"/>
              </a:buClr>
              <a:buSzPts val="1100"/>
              <a:buFont typeface="Arial"/>
              <a:buNone/>
            </a:pPr>
            <a:r>
              <a:rPr lang="nl-NL"/>
              <a:t>The </a:t>
            </a:r>
            <a:r>
              <a:rPr b="1" lang="nl-NL"/>
              <a:t>background colors</a:t>
            </a:r>
            <a:r>
              <a:rPr lang="nl-NL"/>
              <a:t>, purple, grey, and yellow, show the distribution of the three different states. </a:t>
            </a:r>
            <a:endParaRPr/>
          </a:p>
        </p:txBody>
      </p:sp>
      <p:sp>
        <p:nvSpPr>
          <p:cNvPr id="1976" name="Google Shape;1976;g3c23db8721d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3c2136d673c_4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3c2136d673c_4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nl-NL"/>
              <a:t>Boyu</a:t>
            </a:r>
            <a:endParaRPr/>
          </a:p>
          <a:p>
            <a:pPr indent="0" lvl="0" marL="0" rtl="0" algn="l">
              <a:spcBef>
                <a:spcPts val="0"/>
              </a:spcBef>
              <a:spcAft>
                <a:spcPts val="0"/>
              </a:spcAft>
              <a:buNone/>
            </a:pPr>
            <a:r>
              <a:rPr lang="nl-NL"/>
              <a:t>O</a:t>
            </a:r>
            <a:r>
              <a:rPr lang="nl-NL"/>
              <a:t>ur first hypothesis is to investigate whether a specific tipping point exists that triggers the network to exhibit structured behavior. Our first hypothesis suggests that there is a </a:t>
            </a:r>
            <a:r>
              <a:rPr lang="nl-NL"/>
              <a:t>specific inverse temperature (beta)  threshold which divides the stable and chaos states. </a:t>
            </a:r>
            <a:endParaRPr/>
          </a:p>
          <a:p>
            <a:pPr indent="0" lvl="0" marL="0" rtl="0" algn="l">
              <a:spcBef>
                <a:spcPts val="0"/>
              </a:spcBef>
              <a:spcAft>
                <a:spcPts val="0"/>
              </a:spcAft>
              <a:buNone/>
            </a:pPr>
            <a:r>
              <a:t/>
            </a:r>
            <a:endParaRPr/>
          </a:p>
        </p:txBody>
      </p:sp>
      <p:sp>
        <p:nvSpPr>
          <p:cNvPr id="1994" name="Google Shape;1994;g3c2136d673c_4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0" name="Shape 2000"/>
        <p:cNvGrpSpPr/>
        <p:nvPr/>
      </p:nvGrpSpPr>
      <p:grpSpPr>
        <a:xfrm>
          <a:off x="0" y="0"/>
          <a:ext cx="0" cy="0"/>
          <a:chOff x="0" y="0"/>
          <a:chExt cx="0" cy="0"/>
        </a:xfrm>
      </p:grpSpPr>
      <p:sp>
        <p:nvSpPr>
          <p:cNvPr id="2001" name="Google Shape;2001;g3c2136d673c_4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2" name="Google Shape;2002;g3c2136d673c_4_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Theo</a:t>
            </a:r>
            <a:br>
              <a:rPr lang="nl-NL"/>
            </a:br>
            <a:r>
              <a:rPr lang="nl-NL"/>
              <a:t>Here is the resulting figure we generated.</a:t>
            </a:r>
            <a:br>
              <a:rPr lang="nl-NL"/>
            </a:br>
            <a:r>
              <a:rPr lang="nl-NL"/>
              <a:t>Each black dot represents a single simulation run for 250 timesteps, after which we report the average magnetization. For each temperature, we run ten independent simulations. We see a clear bifurcation-like picture here. It shows that, as we decrease the temperature parameter, which means increasing the inverse temperature, moving to the right, the system is </a:t>
            </a:r>
            <a:r>
              <a:rPr lang="nl-NL"/>
              <a:t>suddenly</a:t>
            </a:r>
            <a:r>
              <a:rPr lang="nl-NL"/>
              <a:t> able to </a:t>
            </a:r>
            <a:r>
              <a:rPr lang="nl-NL"/>
              <a:t>settle</a:t>
            </a:r>
            <a:r>
              <a:rPr lang="nl-NL"/>
              <a:t> into one of two steady states. </a:t>
            </a:r>
            <a:br>
              <a:rPr lang="nl-NL"/>
            </a:br>
            <a:r>
              <a:rPr lang="nl-NL"/>
              <a:t>Although there is a lot of noise in this image, we can think of this splitting happening around 0.75, which is an easy number to remember that we will encounter again a bit later, which is worth remembering. </a:t>
            </a:r>
            <a:endParaRPr/>
          </a:p>
          <a:p>
            <a:pPr indent="0" lvl="0" marL="0" rtl="0" algn="l">
              <a:spcBef>
                <a:spcPts val="0"/>
              </a:spcBef>
              <a:spcAft>
                <a:spcPts val="0"/>
              </a:spcAft>
              <a:buNone/>
            </a:pPr>
            <a:r>
              <a:rPr lang="nl-NL"/>
              <a:t>Here are some full example trajectories of the magnetization.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This leftmost end is the high temperature region, which we also saw two slides ago. We expect a uniform distribution of all three states, resulting in a mean magnetization around zero. </a:t>
            </a:r>
            <a:br>
              <a:rPr lang="nl-NL"/>
            </a:br>
            <a:br>
              <a:rPr lang="nl-NL"/>
            </a:br>
            <a:r>
              <a:rPr lang="nl-NL"/>
              <a:t>In the vicinity of 0.75, we get behaviour that does a bit of random walk but eventually settles into one of the two attracting basins, </a:t>
            </a:r>
            <a:br>
              <a:rPr lang="nl-NL"/>
            </a:br>
            <a:r>
              <a:rPr lang="nl-NL"/>
              <a:t>seen here on the figure.</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If we </a:t>
            </a:r>
            <a:r>
              <a:rPr lang="nl-NL"/>
              <a:t>decrease the temperature further (reduce the randomness), the system quickly falls into one of the two basins and there are less jumps and wandering in each individual trajectory.</a:t>
            </a:r>
            <a:endParaRPr/>
          </a:p>
        </p:txBody>
      </p:sp>
      <p:sp>
        <p:nvSpPr>
          <p:cNvPr id="2003" name="Google Shape;2003;g3c2136d673c_4_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g3c218bd0471_3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1" name="Google Shape;2021;g3c218bd0471_3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nl-NL"/>
              <a:t>Alicja</a:t>
            </a:r>
            <a:endParaRPr/>
          </a:p>
          <a:p>
            <a:pPr indent="0" lvl="0" marL="0" rtl="0" algn="l">
              <a:spcBef>
                <a:spcPts val="0"/>
              </a:spcBef>
              <a:spcAft>
                <a:spcPts val="0"/>
              </a:spcAft>
              <a:buClr>
                <a:schemeClr val="dk1"/>
              </a:buClr>
              <a:buSzPts val="1100"/>
              <a:buFont typeface="Arial"/>
              <a:buNone/>
            </a:pPr>
            <a:br>
              <a:rPr lang="nl-NL"/>
            </a:br>
            <a:r>
              <a:rPr lang="nl-NL"/>
              <a:t>Now we move on to hypothesis two. </a:t>
            </a:r>
            <a:br>
              <a:rPr lang="nl-NL"/>
            </a:br>
            <a:r>
              <a:rPr lang="nl-NL"/>
              <a:t>As a preliminary for this, we now make use of the dynamic and time-dependent external field that we have introduced to the model. Remember that the field is a force that will affect the transition probabilities of a node. We will now model a propaganda event by a gaussian pulse function (see slide). Here, we set it up such that there is effectively no field until we get to the proximity of timestep 100, at which a strong spike is affecting some fraction of the population, which pushes strongly in the +1 (“plus one”) direction for a few timesteps, after which it decays again. By isolating the event in time, we get to study the before and after behaviour of the network.</a:t>
            </a:r>
            <a:br>
              <a:rPr lang="nl-NL"/>
            </a:br>
            <a:br>
              <a:rPr lang="nl-NL"/>
            </a:br>
            <a:r>
              <a:rPr lang="nl-NL"/>
              <a:t>As we will initiate the full network in the state -1, meaning absence of disinformation, this means that the propaganda will pull them towards the disinformation state. </a:t>
            </a:r>
            <a:br>
              <a:rPr lang="nl-NL"/>
            </a:br>
            <a:endParaRPr/>
          </a:p>
          <a:p>
            <a:pPr indent="0" lvl="0" marL="0" rtl="0" algn="l">
              <a:spcBef>
                <a:spcPts val="0"/>
              </a:spcBef>
              <a:spcAft>
                <a:spcPts val="0"/>
              </a:spcAft>
              <a:buClr>
                <a:schemeClr val="dk1"/>
              </a:buClr>
              <a:buSzPts val="1100"/>
              <a:buFont typeface="Arial"/>
              <a:buNone/>
            </a:pPr>
            <a:r>
              <a:rPr lang="nl-NL"/>
              <a:t>We also need to set the memory coefficient µ (mu). For this experiment, we set it equal to one, which means that each individuals past beliefs are as influential as that of their neighbours.</a:t>
            </a:r>
            <a:br>
              <a:rPr lang="nl-NL"/>
            </a:br>
            <a:br>
              <a:rPr lang="nl-NL"/>
            </a:br>
            <a:r>
              <a:rPr lang="nl-NL"/>
              <a:t>What we are interested in is now, what fraction of people is needed to be affected by the field, for the consensus to shift from the initial -1 to +1, and how does the temperature parameter influence this? </a:t>
            </a:r>
            <a:endParaRPr/>
          </a:p>
          <a:p>
            <a:pPr indent="0" lvl="0" marL="0" rtl="0" algn="l">
              <a:spcBef>
                <a:spcPts val="0"/>
              </a:spcBef>
              <a:spcAft>
                <a:spcPts val="0"/>
              </a:spcAft>
              <a:buNone/>
            </a:pPr>
            <a:r>
              <a:t/>
            </a:r>
            <a:endParaRPr/>
          </a:p>
        </p:txBody>
      </p:sp>
      <p:sp>
        <p:nvSpPr>
          <p:cNvPr id="2022" name="Google Shape;2022;g3c218bd0471_3_3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g3c251ffb7e1_1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4" name="Google Shape;2034;g3c251ffb7e1_1_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nl-NL"/>
              <a:t>Alicja: </a:t>
            </a:r>
            <a:endParaRPr/>
          </a:p>
          <a:p>
            <a:pPr indent="0" lvl="0" marL="0" rtl="0" algn="l">
              <a:spcBef>
                <a:spcPts val="0"/>
              </a:spcBef>
              <a:spcAft>
                <a:spcPts val="0"/>
              </a:spcAft>
              <a:buClr>
                <a:schemeClr val="dk1"/>
              </a:buClr>
              <a:buSzPts val="1100"/>
              <a:buFont typeface="Arial"/>
              <a:buNone/>
            </a:pPr>
            <a:r>
              <a:rPr lang="nl-NL"/>
              <a:t>For each pair of parameters (fraction and temperature), we run the simulation a few times, and compute the empirical probability of disinformation taking over the network (at time step 250). We plot the results using Voronoi diagrams to support varying resolutions. Each cell color is determined by 25 repetitions to reduce variance and thus achieve a more robust and reliable result. This graph allowed us to identify 4 behaviours of the network. </a:t>
            </a:r>
            <a:br>
              <a:rPr lang="nl-NL"/>
            </a:br>
            <a:br>
              <a:rPr lang="nl-NL"/>
            </a:br>
            <a:r>
              <a:rPr lang="nl-NL"/>
              <a:t>The darkest blue region we name the “recovery region”, in which the consensus remains in the negative belief state after the propaganda event. Here are a few trajectories showing how the average magnetization evolves. We see that the network is comfortably in the negative state, then is affected by the event, but easily recovers.</a:t>
            </a:r>
            <a:br>
              <a:rPr lang="nl-NL"/>
            </a:br>
            <a:br>
              <a:rPr lang="nl-NL"/>
            </a:br>
            <a:r>
              <a:rPr lang="nl-NL"/>
              <a:t>The lowest green region in the “high noise” or “high-temperature” area. If you recall the first hypothesis with the bifurcation plot, we identified a threshold of about 0.75, below which the network was no longer able to minimize the energy. This is also reflected in this figure, where the color green corresponds to an equal probability of ending in positive and negative magnetization, which is a characteristic of random behaviour. The plot of sample trajectories for these parameters shows how noisy the dynamics are. Even before the propaganda event, the network is not able to maintain the initial negative state and drifts into a mean zero belief, which is also what it returns to after the event. This region simply has a too high temperature for interesting behaviour.</a:t>
            </a:r>
            <a:br>
              <a:rPr lang="nl-NL"/>
            </a:br>
            <a:br>
              <a:rPr lang="nl-NL"/>
            </a:br>
            <a:r>
              <a:rPr lang="nl-NL"/>
              <a:t>The last region, in yellow, which we call the vulnerable region, is the one where the system is highly susceptible to propaganda events and is almost guaranteed to adopt it. From the entire upper right part being yellow, we can draw the following conclusion: Assuming a low enough temperature (so we’re in the upper region of the plot), a high enough fraction of the population being exposed to the event will always lead to vulnerability. On the bottom right we can see some example trajectories from this point. We see that the propaganda event easily sends the entire network into the opposing state.</a:t>
            </a:r>
            <a:endParaRPr/>
          </a:p>
          <a:p>
            <a:pPr indent="0" lvl="0" marL="0" rtl="0" algn="l">
              <a:spcBef>
                <a:spcPts val="0"/>
              </a:spcBef>
              <a:spcAft>
                <a:spcPts val="0"/>
              </a:spcAft>
              <a:buClr>
                <a:schemeClr val="dk1"/>
              </a:buClr>
              <a:buSzPts val="1100"/>
              <a:buFont typeface="Arial"/>
              <a:buNone/>
            </a:pPr>
            <a:br>
              <a:rPr lang="nl-NL"/>
            </a:br>
            <a:r>
              <a:rPr lang="nl-NL"/>
              <a:t>A final very interesting point is the transition from the recovery region to the vulnerability region, right on the edge between the two. This tipping point captures a critical balance between the two forces. This state is very sensitive to the state of the network and it can go either way. This tipping point is the deciding threshold that characterizes this phase transition from stable to unstable. This study was conducted on the Erdos-Renyi network, and next we inspect how this diagram changes as we change the topology of the network but keep the number of nodes (which in this case was 100) the same.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035" name="Google Shape;2035;g3c251ffb7e1_1_1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0" name="Shape 2060"/>
        <p:cNvGrpSpPr/>
        <p:nvPr/>
      </p:nvGrpSpPr>
      <p:grpSpPr>
        <a:xfrm>
          <a:off x="0" y="0"/>
          <a:ext cx="0" cy="0"/>
          <a:chOff x="0" y="0"/>
          <a:chExt cx="0" cy="0"/>
        </a:xfrm>
      </p:grpSpPr>
      <p:sp>
        <p:nvSpPr>
          <p:cNvPr id="2061" name="Google Shape;2061;g3c218bd0471_2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2" name="Google Shape;2062;g3c218bd0471_2_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Alicja:</a:t>
            </a:r>
            <a:endParaRPr/>
          </a:p>
          <a:p>
            <a:pPr indent="0" lvl="0" marL="0" rtl="0" algn="l">
              <a:spcBef>
                <a:spcPts val="0"/>
              </a:spcBef>
              <a:spcAft>
                <a:spcPts val="0"/>
              </a:spcAft>
              <a:buClr>
                <a:schemeClr val="dk1"/>
              </a:buClr>
              <a:buSzPts val="1100"/>
              <a:buFont typeface="Arial"/>
              <a:buNone/>
            </a:pPr>
            <a:r>
              <a:rPr lang="nl-NL"/>
              <a:t>This transition from the recovery region to the vulnerable region is interesting in its own right, so we want to visualize it for you. We are sweeping the parameter space along the red arrow, from the recovery region to the yellow vulnerable region. Throughout, we will show 10 full trajectories of how the magnetization changes over time, before and after the propaganda event. As you see, the tipping point is characterized by very diverse behaviour, making it hard to predict the final state of the network in its vicinity.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NL"/>
              <a:t>We are using the same seed for the 10 trajectories, which is why you won’t see them vary across parameters until during and after the event.</a:t>
            </a:r>
            <a:endParaRPr/>
          </a:p>
          <a:p>
            <a:pPr indent="0" lvl="0" marL="0" rtl="0" algn="l">
              <a:spcBef>
                <a:spcPts val="0"/>
              </a:spcBef>
              <a:spcAft>
                <a:spcPts val="0"/>
              </a:spcAft>
              <a:buNone/>
            </a:pPr>
            <a:r>
              <a:t/>
            </a:r>
            <a:endParaRPr sz="1200" u="sng"/>
          </a:p>
        </p:txBody>
      </p:sp>
      <p:sp>
        <p:nvSpPr>
          <p:cNvPr id="2063" name="Google Shape;2063;g3c218bd0471_2_11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g3c218bd0471_3_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6" name="Google Shape;2076;g3c218bd0471_3_2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nl-NL"/>
              <a:t>Alicja: </a:t>
            </a:r>
            <a:endParaRPr/>
          </a:p>
          <a:p>
            <a:pPr indent="0" lvl="0" marL="0" rtl="0" algn="l">
              <a:spcBef>
                <a:spcPts val="0"/>
              </a:spcBef>
              <a:spcAft>
                <a:spcPts val="0"/>
              </a:spcAft>
              <a:buClr>
                <a:schemeClr val="dk1"/>
              </a:buClr>
              <a:buSzPts val="1100"/>
              <a:buFont typeface="Arial"/>
              <a:buNone/>
            </a:pPr>
            <a:r>
              <a:rPr lang="nl-NL"/>
              <a:t>Next up we show basically the same figure, but we plot the average of the trajectory plus minus one standard deviation to show how, close to the tipping point, the diversity of the trajectories greatly increases. We are making absolutely no claim that the trajectories will be normally distributed here, this is just another way to show variation. Anyway, let’s move on the different topologies and repeat the experiment.</a:t>
            </a:r>
            <a:endParaRPr/>
          </a:p>
          <a:p>
            <a:pPr indent="0" lvl="0" marL="0" rtl="0" algn="l">
              <a:spcBef>
                <a:spcPts val="0"/>
              </a:spcBef>
              <a:spcAft>
                <a:spcPts val="0"/>
              </a:spcAft>
              <a:buClr>
                <a:schemeClr val="dk1"/>
              </a:buClr>
              <a:buSzPts val="1100"/>
              <a:buFont typeface="Arial"/>
              <a:buNone/>
            </a:pPr>
            <a:r>
              <a:t/>
            </a:r>
            <a:endParaRPr sz="1400" u="sng"/>
          </a:p>
          <a:p>
            <a:pPr indent="0" lvl="0" marL="0" rtl="0" algn="l">
              <a:spcBef>
                <a:spcPts val="0"/>
              </a:spcBef>
              <a:spcAft>
                <a:spcPts val="0"/>
              </a:spcAft>
              <a:buClr>
                <a:schemeClr val="dk1"/>
              </a:buClr>
              <a:buSzPts val="1100"/>
              <a:buFont typeface="Arial"/>
              <a:buNone/>
            </a:pPr>
            <a:r>
              <a:t/>
            </a:r>
            <a:endParaRPr sz="1400"/>
          </a:p>
        </p:txBody>
      </p:sp>
      <p:sp>
        <p:nvSpPr>
          <p:cNvPr id="2077" name="Google Shape;2077;g3c218bd0471_3_2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g3c218bd0471_3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9" name="Google Shape;2089;g3c218bd0471_3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nl-NL"/>
              <a:t>Alicja: </a:t>
            </a:r>
            <a:r>
              <a:rPr lang="nl-NL"/>
              <a:t>So here we have the results for all three network topologies in the study. The first is the picture we saw before, associated with the Erdos-Renyi model. Next we show the small-world and scale-free results. The main immediate change is the size of the dark region, the “recovery region”. It is maximal in the small-world figure, and the smallest in the scale-free network. Since the recovery region is associated with a resilience to change, we see that the small-world network is maximally resistant among the three, while the scale-free one is most susceptible. </a:t>
            </a:r>
            <a:endParaRPr/>
          </a:p>
          <a:p>
            <a:pPr indent="0" lvl="0" marL="0" rtl="0" algn="l">
              <a:spcBef>
                <a:spcPts val="0"/>
              </a:spcBef>
              <a:spcAft>
                <a:spcPts val="0"/>
              </a:spcAft>
              <a:buClr>
                <a:schemeClr val="dk1"/>
              </a:buClr>
              <a:buSzPts val="1100"/>
              <a:buFont typeface="Arial"/>
              <a:buNone/>
            </a:pPr>
            <a:r>
              <a:rPr lang="nl-NL"/>
              <a:t>Another observation is the temperature threshold. We see that it is similar for the first two topologies, but lower for the scale-free network. Effectively this means that the scale-free networks can sustain higher temperature parameters before succumbing to random behaviour. More on that on the next slide.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sp>
        <p:nvSpPr>
          <p:cNvPr id="2090" name="Google Shape;2090;g3c218bd0471_3_7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g3c251ffb7e1_1_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0" name="Google Shape;2110;g3c251ffb7e1_1_2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nl-NL"/>
              <a:t>Alicja: </a:t>
            </a:r>
            <a:endParaRPr/>
          </a:p>
          <a:p>
            <a:pPr indent="0" lvl="0" marL="0" rtl="0" algn="l">
              <a:spcBef>
                <a:spcPts val="0"/>
              </a:spcBef>
              <a:spcAft>
                <a:spcPts val="0"/>
              </a:spcAft>
              <a:buClr>
                <a:schemeClr val="dk1"/>
              </a:buClr>
              <a:buSzPts val="1100"/>
              <a:buFont typeface="Arial"/>
              <a:buNone/>
            </a:pPr>
            <a:r>
              <a:rPr lang="nl-NL"/>
              <a:t>different region sizes</a:t>
            </a:r>
            <a:endParaRPr/>
          </a:p>
          <a:p>
            <a:pPr indent="0" lvl="0" marL="0" rtl="0" algn="l">
              <a:spcBef>
                <a:spcPts val="0"/>
              </a:spcBef>
              <a:spcAft>
                <a:spcPts val="0"/>
              </a:spcAft>
              <a:buClr>
                <a:schemeClr val="dk1"/>
              </a:buClr>
              <a:buSzPts val="1100"/>
              <a:buFont typeface="Arial"/>
              <a:buNone/>
            </a:pPr>
            <a:r>
              <a:rPr lang="nl-NL"/>
              <a:t>·   	temperature threshold lower for scale-free - similar for the first two topologies, but lower for the scale-free network (can sustain higher temperature parameters before moving to random behaviour)</a:t>
            </a:r>
            <a:endParaRPr/>
          </a:p>
          <a:p>
            <a:pPr indent="0" lvl="0" marL="0" rtl="0" algn="l">
              <a:spcBef>
                <a:spcPts val="0"/>
              </a:spcBef>
              <a:spcAft>
                <a:spcPts val="0"/>
              </a:spcAft>
              <a:buNone/>
            </a:pPr>
            <a:r>
              <a:t/>
            </a:r>
            <a:endParaRPr/>
          </a:p>
        </p:txBody>
      </p:sp>
      <p:sp>
        <p:nvSpPr>
          <p:cNvPr id="2111" name="Google Shape;2111;g3c251ffb7e1_1_2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g3c251ffb7e1_1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2" name="Google Shape;2132;g3c251ffb7e1_1_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nl-NL"/>
              <a:t>Alicja: </a:t>
            </a:r>
            <a:endParaRPr/>
          </a:p>
          <a:p>
            <a:pPr indent="0" lvl="0" marL="0" rtl="0" algn="l">
              <a:spcBef>
                <a:spcPts val="0"/>
              </a:spcBef>
              <a:spcAft>
                <a:spcPts val="0"/>
              </a:spcAft>
              <a:buClr>
                <a:schemeClr val="dk1"/>
              </a:buClr>
              <a:buSzPts val="1100"/>
              <a:buFont typeface="Arial"/>
              <a:buNone/>
            </a:pPr>
            <a:r>
              <a:rPr lang="nl-NL"/>
              <a:t>different region sizes</a:t>
            </a:r>
            <a:endParaRPr/>
          </a:p>
          <a:p>
            <a:pPr indent="0" lvl="0" marL="0" rtl="0" algn="l">
              <a:spcBef>
                <a:spcPts val="0"/>
              </a:spcBef>
              <a:spcAft>
                <a:spcPts val="0"/>
              </a:spcAft>
              <a:buClr>
                <a:schemeClr val="dk1"/>
              </a:buClr>
              <a:buSzPts val="1100"/>
              <a:buFont typeface="Arial"/>
              <a:buNone/>
            </a:pPr>
            <a:r>
              <a:rPr lang="nl-NL"/>
              <a:t>temperature threshold lower for scale-free - similar for the first two topologies, but lower for the scale-free network (can sustain higher temperature parameters before moving to random behaviour)</a:t>
            </a:r>
            <a:endParaRPr/>
          </a:p>
          <a:p>
            <a:pPr indent="0" lvl="0" marL="0" rtl="0" algn="l">
              <a:spcBef>
                <a:spcPts val="0"/>
              </a:spcBef>
              <a:spcAft>
                <a:spcPts val="0"/>
              </a:spcAft>
              <a:buNone/>
            </a:pPr>
            <a:r>
              <a:t/>
            </a:r>
            <a:endParaRPr/>
          </a:p>
        </p:txBody>
      </p:sp>
      <p:sp>
        <p:nvSpPr>
          <p:cNvPr id="2133" name="Google Shape;2133;g3c251ffb7e1_1_21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2" name="Shape 2152"/>
        <p:cNvGrpSpPr/>
        <p:nvPr/>
      </p:nvGrpSpPr>
      <p:grpSpPr>
        <a:xfrm>
          <a:off x="0" y="0"/>
          <a:ext cx="0" cy="0"/>
          <a:chOff x="0" y="0"/>
          <a:chExt cx="0" cy="0"/>
        </a:xfrm>
      </p:grpSpPr>
      <p:sp>
        <p:nvSpPr>
          <p:cNvPr id="2153" name="Google Shape;2153;g3c218bd0471_2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4" name="Google Shape;2154;g3c218bd0471_2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nl-NL"/>
              <a:t>Alicja:</a:t>
            </a:r>
            <a:r>
              <a:rPr lang="nl-NL"/>
              <a:t> </a:t>
            </a:r>
            <a:endParaRPr/>
          </a:p>
          <a:p>
            <a:pPr indent="0" lvl="0" marL="0" rtl="0" algn="l">
              <a:spcBef>
                <a:spcPts val="0"/>
              </a:spcBef>
              <a:spcAft>
                <a:spcPts val="0"/>
              </a:spcAft>
              <a:buClr>
                <a:schemeClr val="dk1"/>
              </a:buClr>
              <a:buSzPts val="1100"/>
              <a:buFont typeface="Arial"/>
              <a:buNone/>
            </a:pPr>
            <a:r>
              <a:rPr lang="nl-NL"/>
              <a:t>From the previous diagrams we can extract more quantitatively the tipping point, which we define as the fraction of the population (which we denote as lambda) that can be affected by propaganda which leads to a 50% chance of tipping. To facilitate comparison, for a fixed inverse temperature of 1.5 (which is safely beyond the chaotic threshold), we show the tipping points, which are .28, .15, and 0.5 respectively. With 10 repetitions to estimate each tipping probability, we have high confidence in the ranking of these.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NL"/>
              <a:t>It is interesting to note the small-world network further. The estimate of the tipping point of 0.5, highlighted in the middle, (which has an error magnitude around the radius of the voronoi cell size) is indicative that the small-world works a lot like a majority vote and tips only when the majority is reached. The small world networks are characterised by high local clustering - this clustering means that nodes primarily influence only the immediate nodes, therefore the external field has a more difficult time penetrating the network and flipping the system.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NL"/>
              <a:t>The other networks, scale-free and erdos renyi, don’t need majority, but just a minority that is consistently vocal for long enough.</a:t>
            </a:r>
            <a:endParaRPr/>
          </a:p>
          <a:p>
            <a:pPr indent="0" lvl="0" marL="0" rtl="0" algn="l">
              <a:spcBef>
                <a:spcPts val="0"/>
              </a:spcBef>
              <a:spcAft>
                <a:spcPts val="0"/>
              </a:spcAft>
              <a:buClr>
                <a:schemeClr val="dk1"/>
              </a:buClr>
              <a:buSzPts val="1100"/>
              <a:buFont typeface="Arial"/>
              <a:buNone/>
            </a:pPr>
            <a:r>
              <a:rPr lang="nl-NL"/>
              <a:t>Erdos-Renyi is characterised by homogeneous mixing thus the influence is more spread out. and the nework needs a larger majority to flips into the other state.</a:t>
            </a:r>
            <a:endParaRPr/>
          </a:p>
          <a:p>
            <a:pPr indent="0" lvl="0" marL="0" rtl="0" algn="l">
              <a:spcBef>
                <a:spcPts val="0"/>
              </a:spcBef>
              <a:spcAft>
                <a:spcPts val="0"/>
              </a:spcAft>
              <a:buClr>
                <a:schemeClr val="dk1"/>
              </a:buClr>
              <a:buSzPts val="1100"/>
              <a:buFont typeface="Arial"/>
              <a:buNone/>
            </a:pPr>
            <a:r>
              <a:rPr lang="nl-NL"/>
              <a:t>In scale-free networks the degree follows a power-law distribution, a small amount of nodes accounts for the majority of the connections. This network show highest magnetization at a lowest population level, thus suggesting that hub nodes (the influencers) act as super-spreaders of disinformation, making this topology most susceptible to propaganda.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nl-NL"/>
              <a:t>Despite this, scale-free netowrks have shown hihger resistence to the randomess. Because of the power law distribution, this network topology is characterised by large second moment (high variance of the nodes degree) which makes “ultraresilient against random damage or failures” (S. N. Dorogovtsev et al.) This meaing, that if the superspreader is exposed to propaganda, they will quickly spread the disinformation to many nodes, but at the same time, the many connections means that any randomness in the signal of the hubs node averages out due to the sheer volume of connections - leading to a more stable effective field in the hub. Thus we can see this interplay between the fast spreading hubs and the averaging out of the randomness (the inverse temperature) affecting the hubs.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nl-NL"/>
              <a:t>Those difference may potentially inform the design of anti-propaganda campaigns, however, should be explored as part of future research.</a:t>
            </a:r>
            <a:endParaRPr sz="1400"/>
          </a:p>
        </p:txBody>
      </p:sp>
      <p:sp>
        <p:nvSpPr>
          <p:cNvPr id="2155" name="Google Shape;2155;g3c218bd0471_2_4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g3c218bd0471_3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5" name="Google Shape;2165;g3c218bd0471_3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Oskar</a:t>
            </a:r>
            <a:endParaRPr/>
          </a:p>
          <a:p>
            <a:pPr indent="0" lvl="0" marL="0" rtl="0" algn="l">
              <a:spcBef>
                <a:spcPts val="0"/>
              </a:spcBef>
              <a:spcAft>
                <a:spcPts val="0"/>
              </a:spcAft>
              <a:buNone/>
            </a:pPr>
            <a:br>
              <a:rPr lang="nl-NL"/>
            </a:br>
            <a:r>
              <a:rPr lang="nl-NL"/>
              <a:t>Now we’re ready to move onto our third and final hypothesis, that a population with high cognitive inertia will be harder to affect by </a:t>
            </a:r>
            <a:r>
              <a:rPr lang="nl-NL"/>
              <a:t>propaganda. The experiment setup is similar to the previous ones, we have the time dependent external field that is an impulse that affects only a fraction of the population, and are interested in the probability of the network pivoting to the pushed belief. However, this time, instead of plotting the temperature parameter, we show the memory coefficient on the vertical axis. We fix the inverse temperature parameter to 1.5, which is also what we saw in the parameter sweep from the GIF before. </a:t>
            </a:r>
            <a:br>
              <a:rPr lang="nl-NL"/>
            </a:br>
            <a:r>
              <a:rPr lang="nl-NL"/>
              <a:t>Other than that the setup is the same - due to time constraints, we consider only the Erdos-Renyi topology.</a:t>
            </a:r>
            <a:endParaRPr/>
          </a:p>
          <a:p>
            <a:pPr indent="0" lvl="0" marL="0" rtl="0" algn="l">
              <a:spcBef>
                <a:spcPts val="0"/>
              </a:spcBef>
              <a:spcAft>
                <a:spcPts val="0"/>
              </a:spcAft>
              <a:buNone/>
            </a:pPr>
            <a:r>
              <a:rPr lang="nl-NL"/>
              <a:t>The results are quite clear: With an increase in the memory coefficient, which makes individuals more attentive to their own previous state, we see the tipping point move up. A population with a high memory coefficient will require a more widespread propaganda effect to be toppled. This was quite a simple conclusion to draw. It is worth noting that we still have quite a sharp transition threshold between recovery and vulnerability, so this transition characteristic is not affected by memory or temperature - but of course we still can’t have too high temperature.</a:t>
            </a:r>
            <a:endParaRPr/>
          </a:p>
        </p:txBody>
      </p:sp>
      <p:sp>
        <p:nvSpPr>
          <p:cNvPr id="2166" name="Google Shape;2166;g3c218bd0471_3_4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g3c218bd0471_3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6" name="Google Shape;2176;g3c218bd0471_3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Oskar</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As a little extra and to slightly validate our models behaviour, we calculated and plotted the approximate clustering coefficient for different parameters of the inverse temperature beta and the propaganda nudge lambda.</a:t>
            </a:r>
            <a:endParaRPr/>
          </a:p>
          <a:p>
            <a:pPr indent="0" lvl="0" marL="0" rtl="0" algn="l">
              <a:spcBef>
                <a:spcPts val="0"/>
              </a:spcBef>
              <a:spcAft>
                <a:spcPts val="0"/>
              </a:spcAft>
              <a:buNone/>
            </a:pPr>
            <a:r>
              <a:rPr lang="nl-NL"/>
              <a:t>Since the network topology is static over the span of a run, we approximated belief clustering based on a grouping of belief state.</a:t>
            </a:r>
            <a:endParaRPr/>
          </a:p>
          <a:p>
            <a:pPr indent="0" lvl="0" marL="0" rtl="0" algn="l">
              <a:spcBef>
                <a:spcPts val="0"/>
              </a:spcBef>
              <a:spcAft>
                <a:spcPts val="0"/>
              </a:spcAft>
              <a:buNone/>
            </a:pPr>
            <a:r>
              <a:rPr lang="nl-NL"/>
              <a:t>By sampling random nodes in the network and checking if two of it’s same-belief neighbours also share an edge, the approximate fraction of same belief triangles over non-connected triangles was computed.</a:t>
            </a:r>
            <a:endParaRPr/>
          </a:p>
          <a:p>
            <a:pPr indent="0" lvl="0" marL="0" rtl="0" algn="l">
              <a:spcBef>
                <a:spcPts val="0"/>
              </a:spcBef>
              <a:spcAft>
                <a:spcPts val="0"/>
              </a:spcAft>
              <a:buNone/>
            </a:pPr>
            <a:r>
              <a:rPr lang="nl-NL"/>
              <a:t>Here we found the expected behaviour of a high temperature or chaotic network settling at a low clustering coefficient, which then briefly increases as a fraction of the population is influenced by propaganda. Due to the high temperature of the network, the nodes with their belief adapted by the event, don’t have the coupling strength to pull their neighbours towards this uniform belief state.</a:t>
            </a:r>
            <a:endParaRPr/>
          </a:p>
        </p:txBody>
      </p:sp>
      <p:sp>
        <p:nvSpPr>
          <p:cNvPr id="2177" name="Google Shape;2177;g3c218bd0471_3_1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3" name="Shape 2183"/>
        <p:cNvGrpSpPr/>
        <p:nvPr/>
      </p:nvGrpSpPr>
      <p:grpSpPr>
        <a:xfrm>
          <a:off x="0" y="0"/>
          <a:ext cx="0" cy="0"/>
          <a:chOff x="0" y="0"/>
          <a:chExt cx="0" cy="0"/>
        </a:xfrm>
      </p:grpSpPr>
      <p:sp>
        <p:nvSpPr>
          <p:cNvPr id="2184" name="Google Shape;2184;g3c218bd0471_5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5" name="Google Shape;2185;g3c218bd0471_5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Oskar</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For lower temperature (higher beta) networks however, we see a higher clustering coefficient, regardless of belief state. Due to overall belief reaching a consensus in the network, existing </a:t>
            </a:r>
            <a:r>
              <a:rPr lang="nl-NL"/>
              <a:t>clusters of connected nodes collectively change in belief state.</a:t>
            </a:r>
            <a:endParaRPr/>
          </a:p>
          <a:p>
            <a:pPr indent="0" lvl="0" marL="0" rtl="0" algn="l">
              <a:spcBef>
                <a:spcPts val="0"/>
              </a:spcBef>
              <a:spcAft>
                <a:spcPts val="0"/>
              </a:spcAft>
              <a:buNone/>
            </a:pPr>
            <a:r>
              <a:rPr lang="nl-NL"/>
              <a:t>The recovery of a high clustering coefficient state does change with the extent of exposure a propaganda event has:</a:t>
            </a:r>
            <a:endParaRPr/>
          </a:p>
          <a:p>
            <a:pPr indent="0" lvl="0" marL="0" rtl="0" algn="l">
              <a:spcBef>
                <a:spcPts val="0"/>
              </a:spcBef>
              <a:spcAft>
                <a:spcPts val="0"/>
              </a:spcAft>
              <a:buNone/>
            </a:pPr>
            <a:r>
              <a:rPr lang="nl-NL"/>
              <a:t>Where a small fraction of population is exposed and the belief consensus returns to a state of negative belief alignment, the coupling between nodes need some time to recover or return to the initial clusters, whereas a large exposed fraction of the population leads to a sudden switch in global belief alignment and the adoption if disinformation from the exposed nodes is sudden and quick through the network.</a:t>
            </a:r>
            <a:endParaRPr/>
          </a:p>
          <a:p>
            <a:pPr indent="0" lvl="0" marL="0" rtl="0" algn="l">
              <a:spcBef>
                <a:spcPts val="0"/>
              </a:spcBef>
              <a:spcAft>
                <a:spcPts val="0"/>
              </a:spcAft>
              <a:buNone/>
            </a:pPr>
            <a:r>
              <a:rPr lang="nl-NL"/>
              <a:t>At the in between fraction of exposed population the clustering coefficient rises more slowly in some runs, due to belief alignment not instantly returning to a bipolar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“””brain dump, </a:t>
            </a:r>
            <a:r>
              <a:rPr b="1" lang="nl-NL"/>
              <a:t>dont</a:t>
            </a:r>
            <a:r>
              <a:rPr lang="nl-NL"/>
              <a:t> include!!!:”””</a:t>
            </a:r>
            <a:endParaRPr/>
          </a:p>
          <a:p>
            <a:pPr indent="0" lvl="0" marL="0" rtl="0" algn="l">
              <a:spcBef>
                <a:spcPts val="0"/>
              </a:spcBef>
              <a:spcAft>
                <a:spcPts val="0"/>
              </a:spcAft>
              <a:buNone/>
            </a:pPr>
            <a:r>
              <a:rPr lang="nl-NL"/>
              <a:t>what if different runs in the middle plot were to represent different chat groups or social media hubs, where due to their size and structure looking very similar in the initial state of non-existent propaganda, were aligned in the same belief, but show different behaviours in the event of a propaganda nudge? Would be cool or something I guess.</a:t>
            </a:r>
            <a:endParaRPr/>
          </a:p>
        </p:txBody>
      </p:sp>
      <p:sp>
        <p:nvSpPr>
          <p:cNvPr id="2186" name="Google Shape;2186;g3c218bd0471_5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3c251ffb7e1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3c251ffb7e1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Oskar</a:t>
            </a:r>
            <a:endParaRPr/>
          </a:p>
          <a:p>
            <a:pPr indent="0" lvl="0" marL="0" rtl="0" algn="l">
              <a:spcBef>
                <a:spcPts val="0"/>
              </a:spcBef>
              <a:spcAft>
                <a:spcPts val="0"/>
              </a:spcAft>
              <a:buNone/>
            </a:pPr>
            <a:r>
              <a:rPr lang="nl-NL"/>
              <a:t>Now to wrap up:</a:t>
            </a:r>
            <a:br>
              <a:rPr lang="nl-NL"/>
            </a:br>
            <a:r>
              <a:rPr lang="nl-NL"/>
              <a:t>1. By investigtaitng the tipping point, we confirmed there’s a clear line where the system flips from random chaos to synchronized order.</a:t>
            </a:r>
            <a:endParaRPr/>
          </a:p>
          <a:p>
            <a:pPr indent="0" lvl="0" marL="0" rtl="0" algn="l">
              <a:spcBef>
                <a:spcPts val="0"/>
              </a:spcBef>
              <a:spcAft>
                <a:spcPts val="0"/>
              </a:spcAft>
              <a:buNone/>
            </a:pPr>
            <a:r>
              <a:rPr lang="nl-NL"/>
              <a:t>2. Scale-Free Vulnerability - Scale-free networks are by far the easiest to influence. Because of the highly connected hubs, a tiny but outspoken minority can flip the entire population's belief (influencers).</a:t>
            </a:r>
            <a:endParaRPr/>
          </a:p>
          <a:p>
            <a:pPr indent="0" lvl="0" marL="0" rtl="0" algn="l">
              <a:spcBef>
                <a:spcPts val="0"/>
              </a:spcBef>
              <a:spcAft>
                <a:spcPts val="0"/>
              </a:spcAft>
              <a:buNone/>
            </a:pPr>
            <a:r>
              <a:rPr lang="nl-NL"/>
              <a:t>3. Memory Matters - High cognitive inertia acts prevents the network from flipping early. When people weigh their past beliefs, the network becomes much harder to flip.</a:t>
            </a:r>
            <a:endParaRPr/>
          </a:p>
          <a:p>
            <a:pPr indent="0" lvl="0" marL="0" rtl="0" algn="l">
              <a:spcBef>
                <a:spcPts val="0"/>
              </a:spcBef>
              <a:spcAft>
                <a:spcPts val="0"/>
              </a:spcAft>
              <a:buNone/>
            </a:pPr>
            <a:r>
              <a:rPr lang="nl-NL"/>
              <a:t>4. Clustering - Interestingly, clustering spikes during propaganda in high-noise environments but actually drops in stable ones, as the global message overrides local community bonds.</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Validation &amp; Limitations 1.The Data Gap: To be honest, we can’t fully validate this model and findings because a dataset that tracks individual memory and belief shifts at this scale simply doesn't exist.</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2. Model vs Reality - At the end of the day, this is a model. We’re using simplified model with only a few coefficients to represent something as complicated social media and the influence of peoples beliefs.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However, the takeaway. While this research is a simplification, it’s still a powerful tool for seeing exactly where different network structures are most likely to break under pressure from propaganda.</a:t>
            </a:r>
            <a:endParaRPr/>
          </a:p>
        </p:txBody>
      </p:sp>
      <p:sp>
        <p:nvSpPr>
          <p:cNvPr id="2197" name="Google Shape;2197;g3c251ffb7e1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4" name="Shape 2204"/>
        <p:cNvGrpSpPr/>
        <p:nvPr/>
      </p:nvGrpSpPr>
      <p:grpSpPr>
        <a:xfrm>
          <a:off x="0" y="0"/>
          <a:ext cx="0" cy="0"/>
          <a:chOff x="0" y="0"/>
          <a:chExt cx="0" cy="0"/>
        </a:xfrm>
      </p:grpSpPr>
      <p:sp>
        <p:nvSpPr>
          <p:cNvPr id="2205" name="Google Shape;2205;g3c218bd0471_3_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6" name="Google Shape;2206;g3c218bd0471_3_2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Theo: To conclude we wanted to wrap up with a nice heartfelt message with our learnings. Take them with a grain of salt.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Here is our recipe for a robust network: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Your network should have a small diameter, on the order of log(N) and you should have quite a high average degree.</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Our findings regarding the memory parameter suggest that you should stay loyal to your past beliefs (assuming your existing belief is the correct one, which of course it always is). One deep principle we might have inadvertently rediscovered here is the following: </a:t>
            </a:r>
            <a:endParaRPr/>
          </a:p>
          <a:p>
            <a:pPr indent="0" lvl="0" marL="0" rtl="0" algn="l">
              <a:spcBef>
                <a:spcPts val="0"/>
              </a:spcBef>
              <a:spcAft>
                <a:spcPts val="0"/>
              </a:spcAft>
              <a:buNone/>
            </a:pPr>
            <a:r>
              <a:t/>
            </a:r>
            <a:endParaRPr/>
          </a:p>
          <a:p>
            <a:pPr indent="0" lvl="0" marL="0" rtl="0" algn="l">
              <a:spcBef>
                <a:spcPts val="0"/>
              </a:spcBef>
              <a:spcAft>
                <a:spcPts val="0"/>
              </a:spcAft>
              <a:buNone/>
            </a:pPr>
            <a:r>
              <a:rPr lang="nl-NL"/>
              <a:t>Listen to your heart &lt;3. </a:t>
            </a:r>
            <a:br>
              <a:rPr lang="nl-NL"/>
            </a:br>
            <a:endParaRPr/>
          </a:p>
          <a:p>
            <a:pPr indent="0" lvl="0" marL="0" rtl="0" algn="l">
              <a:spcBef>
                <a:spcPts val="0"/>
              </a:spcBef>
              <a:spcAft>
                <a:spcPts val="0"/>
              </a:spcAft>
              <a:buNone/>
            </a:pPr>
            <a:r>
              <a:rPr lang="nl-NL"/>
              <a:t>And with that, we are ready to take questions.</a:t>
            </a:r>
            <a:endParaRPr/>
          </a:p>
        </p:txBody>
      </p:sp>
      <p:sp>
        <p:nvSpPr>
          <p:cNvPr id="2207" name="Google Shape;2207;g3c218bd0471_3_20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g3c218bd0471_3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8" name="Google Shape;2218;g3c218bd0471_3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nl-NL"/>
              <a:t>Theo</a:t>
            </a:r>
            <a:endParaRPr/>
          </a:p>
        </p:txBody>
      </p:sp>
      <p:sp>
        <p:nvSpPr>
          <p:cNvPr id="2219" name="Google Shape;2219;g3c218bd0471_3_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2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dia" showMasterSp="0">
  <p:cSld name="Titeldia">
    <p:spTree>
      <p:nvGrpSpPr>
        <p:cNvPr id="15" name="Shape 15"/>
        <p:cNvGrpSpPr/>
        <p:nvPr/>
      </p:nvGrpSpPr>
      <p:grpSpPr>
        <a:xfrm>
          <a:off x="0" y="0"/>
          <a:ext cx="0" cy="0"/>
          <a:chOff x="0" y="0"/>
          <a:chExt cx="0" cy="0"/>
        </a:xfrm>
      </p:grpSpPr>
      <p:pic>
        <p:nvPicPr>
          <p:cNvPr descr="{&quot;templafy&quot;:{&quot;id&quot;:&quot;7bd78262-573a-45fc-aa17-9ed54b320687&quot;}}" id="16" name="Google Shape;16;p2"/>
          <p:cNvPicPr preferRelativeResize="0"/>
          <p:nvPr/>
        </p:nvPicPr>
        <p:blipFill rotWithShape="1">
          <a:blip r:embed="rId2">
            <a:alphaModFix/>
          </a:blip>
          <a:srcRect b="0" l="0" r="0" t="0"/>
          <a:stretch/>
        </p:blipFill>
        <p:spPr>
          <a:xfrm>
            <a:off x="6093600" y="0"/>
            <a:ext cx="6098400" cy="6858000"/>
          </a:xfrm>
          <a:prstGeom prst="rect">
            <a:avLst/>
          </a:prstGeom>
          <a:noFill/>
          <a:ln>
            <a:noFill/>
          </a:ln>
        </p:spPr>
      </p:pic>
      <p:sp>
        <p:nvSpPr>
          <p:cNvPr id="17" name="Google Shape;17;p2"/>
          <p:cNvSpPr txBox="1"/>
          <p:nvPr>
            <p:ph idx="1" type="body"/>
          </p:nvPr>
        </p:nvSpPr>
        <p:spPr>
          <a:xfrm>
            <a:off x="514800" y="1911600"/>
            <a:ext cx="5047200" cy="29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lvl1pPr indent="-228600" lvl="0" marL="457200" algn="l">
              <a:lnSpc>
                <a:spcPct val="90000"/>
              </a:lnSpc>
              <a:spcBef>
                <a:spcPts val="1000"/>
              </a:spcBef>
              <a:spcAft>
                <a:spcPts val="0"/>
              </a:spcAft>
              <a:buClr>
                <a:srgbClr val="BC0031"/>
              </a:buClr>
              <a:buSzPts val="2200"/>
              <a:buNone/>
              <a:defRPr sz="2200">
                <a:solidFill>
                  <a:srgbClr val="BC0031"/>
                </a:solidFill>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8" name="Google Shape;18;p2"/>
          <p:cNvSpPr/>
          <p:nvPr>
            <p:ph idx="2" type="pic"/>
          </p:nvPr>
        </p:nvSpPr>
        <p:spPr>
          <a:xfrm>
            <a:off x="6093600" y="0"/>
            <a:ext cx="6098400" cy="6858000"/>
          </a:xfrm>
          <a:prstGeom prst="rect">
            <a:avLst/>
          </a:prstGeom>
          <a:noFill/>
          <a:ln>
            <a:noFill/>
          </a:ln>
        </p:spPr>
      </p:sp>
      <p:sp>
        <p:nvSpPr>
          <p:cNvPr id="19" name="Google Shape;19;p2"/>
          <p:cNvSpPr txBox="1"/>
          <p:nvPr>
            <p:ph idx="3" type="body"/>
          </p:nvPr>
        </p:nvSpPr>
        <p:spPr>
          <a:xfrm>
            <a:off x="514800" y="2365200"/>
            <a:ext cx="5047200" cy="18252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rmAutofit/>
          </a:bodyPr>
          <a:lstStyle>
            <a:lvl1pPr indent="-228600" lvl="0" marL="457200" algn="l">
              <a:lnSpc>
                <a:spcPct val="90000"/>
              </a:lnSpc>
              <a:spcBef>
                <a:spcPts val="600"/>
              </a:spcBef>
              <a:spcAft>
                <a:spcPts val="0"/>
              </a:spcAft>
              <a:buClr>
                <a:schemeClr val="dk1"/>
              </a:buClr>
              <a:buSzPts val="4400"/>
              <a:buNone/>
              <a:defRPr b="1" sz="4400">
                <a:solidFill>
                  <a:schemeClr val="dk1"/>
                </a:solidFill>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20" name="Google Shape;20;p2"/>
          <p:cNvGrpSpPr/>
          <p:nvPr/>
        </p:nvGrpSpPr>
        <p:grpSpPr>
          <a:xfrm>
            <a:off x="-3786437" y="0"/>
            <a:ext cx="3693386" cy="5359349"/>
            <a:chOff x="-3786437" y="0"/>
            <a:chExt cx="3693386" cy="5359349"/>
          </a:xfrm>
        </p:grpSpPr>
        <p:sp>
          <p:nvSpPr>
            <p:cNvPr id="21" name="Google Shape;21;p2"/>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i="0" lang="nl-NL" sz="1400" u="none" cap="none" strike="noStrike">
                  <a:solidFill>
                    <a:srgbClr val="BC0031"/>
                  </a:solidFill>
                  <a:latin typeface="Calibri"/>
                  <a:ea typeface="Calibri"/>
                  <a:cs typeface="Calibri"/>
                  <a:sym typeface="Calibri"/>
                </a:rPr>
                <a:t>TEKSTNIVEAUS KIEZEN</a:t>
              </a:r>
              <a:endParaRPr b="0" i="0" sz="1800" u="none" cap="none" strike="noStrike">
                <a:solidFill>
                  <a:schemeClr val="lt1"/>
                </a:solidFill>
                <a:latin typeface="Times New Roman"/>
                <a:ea typeface="Times New Roman"/>
                <a:cs typeface="Times New Roman"/>
                <a:sym typeface="Times New Roman"/>
              </a:endParaRPr>
            </a:p>
          </p:txBody>
        </p:sp>
        <p:sp>
          <p:nvSpPr>
            <p:cNvPr id="22" name="Google Shape;22;p2"/>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Times New Roman"/>
                <a:ea typeface="Times New Roman"/>
                <a:cs typeface="Times New Roman"/>
                <a:sym typeface="Times New Roman"/>
              </a:endParaRPr>
            </a:p>
          </p:txBody>
        </p:sp>
        <p:sp>
          <p:nvSpPr>
            <p:cNvPr id="23" name="Google Shape;23;p2"/>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24" name="Google Shape;24;p2"/>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Times New Roman"/>
                <a:ea typeface="Times New Roman"/>
                <a:cs typeface="Times New Roman"/>
                <a:sym typeface="Times New Roman"/>
              </a:endParaRPr>
            </a:p>
          </p:txBody>
        </p:sp>
        <p:sp>
          <p:nvSpPr>
            <p:cNvPr id="25" name="Google Shape;25;p2"/>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b="0" i="0" sz="1800" u="none" cap="none" strike="noStrike">
                <a:solidFill>
                  <a:schemeClr val="dk1"/>
                </a:solidFill>
                <a:latin typeface="Times New Roman"/>
                <a:ea typeface="Times New Roman"/>
                <a:cs typeface="Times New Roman"/>
                <a:sym typeface="Times New Roman"/>
              </a:endParaRPr>
            </a:p>
          </p:txBody>
        </p:sp>
        <p:sp>
          <p:nvSpPr>
            <p:cNvPr id="26" name="Google Shape;26;p2"/>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b="0" i="0" sz="1800" u="none" cap="none" strike="noStrike">
                <a:solidFill>
                  <a:schemeClr val="dk1"/>
                </a:solidFill>
                <a:latin typeface="Times New Roman"/>
                <a:ea typeface="Times New Roman"/>
                <a:cs typeface="Times New Roman"/>
                <a:sym typeface="Times New Roman"/>
              </a:endParaRPr>
            </a:p>
          </p:txBody>
        </p:sp>
        <p:sp>
          <p:nvSpPr>
            <p:cNvPr id="27" name="Google Shape;27;p2"/>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Times New Roman"/>
                <a:ea typeface="Times New Roman"/>
                <a:cs typeface="Times New Roman"/>
                <a:sym typeface="Times New Roman"/>
              </a:endParaRPr>
            </a:p>
          </p:txBody>
        </p:sp>
        <p:sp>
          <p:nvSpPr>
            <p:cNvPr id="28" name="Google Shape;28;p2"/>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b="0" i="0" sz="1800" u="none" cap="none" strike="noStrike">
                <a:solidFill>
                  <a:schemeClr val="dk1"/>
                </a:solidFill>
                <a:latin typeface="Times New Roman"/>
                <a:ea typeface="Times New Roman"/>
                <a:cs typeface="Times New Roman"/>
                <a:sym typeface="Times New Roman"/>
              </a:endParaRPr>
            </a:p>
          </p:txBody>
        </p:sp>
        <p:sp>
          <p:nvSpPr>
            <p:cNvPr id="29" name="Google Shape;29;p2"/>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Times New Roman"/>
                <a:ea typeface="Times New Roman"/>
                <a:cs typeface="Times New Roman"/>
                <a:sym typeface="Times New Roman"/>
              </a:endParaRPr>
            </a:p>
          </p:txBody>
        </p:sp>
        <p:sp>
          <p:nvSpPr>
            <p:cNvPr id="30" name="Google Shape;30;p2"/>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b="0" i="0" sz="1800" u="none" cap="none" strike="noStrike">
                <a:solidFill>
                  <a:schemeClr val="dk1"/>
                </a:solidFill>
                <a:latin typeface="Times New Roman"/>
                <a:ea typeface="Times New Roman"/>
                <a:cs typeface="Times New Roman"/>
                <a:sym typeface="Times New Roman"/>
              </a:endParaRPr>
            </a:p>
          </p:txBody>
        </p:sp>
        <p:sp>
          <p:nvSpPr>
            <p:cNvPr id="31" name="Google Shape;31;p2"/>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b="0" i="0" sz="1800" u="none" cap="none" strike="noStrike">
                <a:solidFill>
                  <a:schemeClr val="dk1"/>
                </a:solidFill>
                <a:latin typeface="Times New Roman"/>
                <a:ea typeface="Times New Roman"/>
                <a:cs typeface="Times New Roman"/>
                <a:sym typeface="Times New Roman"/>
              </a:endParaRPr>
            </a:p>
          </p:txBody>
        </p:sp>
        <p:sp>
          <p:nvSpPr>
            <p:cNvPr id="32" name="Google Shape;32;p2"/>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b="0" i="0" sz="1800" u="none" cap="none" strike="noStrike">
                <a:solidFill>
                  <a:schemeClr val="dk1"/>
                </a:solidFill>
                <a:latin typeface="Times New Roman"/>
                <a:ea typeface="Times New Roman"/>
                <a:cs typeface="Times New Roman"/>
                <a:sym typeface="Times New Roman"/>
              </a:endParaRPr>
            </a:p>
          </p:txBody>
        </p:sp>
        <p:sp>
          <p:nvSpPr>
            <p:cNvPr id="33" name="Google Shape;33;p2"/>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b="0" i="0" sz="1800" u="none" cap="none" strike="noStrike">
                <a:solidFill>
                  <a:schemeClr val="dk1"/>
                </a:solidFill>
                <a:latin typeface="Times New Roman"/>
                <a:ea typeface="Times New Roman"/>
                <a:cs typeface="Times New Roman"/>
                <a:sym typeface="Times New Roman"/>
              </a:endParaRPr>
            </a:p>
          </p:txBody>
        </p:sp>
        <p:sp>
          <p:nvSpPr>
            <p:cNvPr id="34" name="Google Shape;34;p2"/>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35" name="Google Shape;35;p2"/>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b="0" i="0" sz="1800" u="none" cap="none" strike="noStrike">
                <a:solidFill>
                  <a:schemeClr val="dk1"/>
                </a:solidFill>
                <a:latin typeface="Times New Roman"/>
                <a:ea typeface="Times New Roman"/>
                <a:cs typeface="Times New Roman"/>
                <a:sym typeface="Times New Roman"/>
              </a:endParaRPr>
            </a:p>
          </p:txBody>
        </p:sp>
        <p:sp>
          <p:nvSpPr>
            <p:cNvPr id="36" name="Google Shape;36;p2"/>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37" name="Google Shape;37;p2"/>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b="0" i="0" sz="1800" u="none" cap="none" strike="noStrike">
                <a:solidFill>
                  <a:schemeClr val="dk1"/>
                </a:solidFill>
                <a:latin typeface="Times New Roman"/>
                <a:ea typeface="Times New Roman"/>
                <a:cs typeface="Times New Roman"/>
                <a:sym typeface="Times New Roman"/>
              </a:endParaRPr>
            </a:p>
          </p:txBody>
        </p:sp>
        <p:sp>
          <p:nvSpPr>
            <p:cNvPr id="38" name="Google Shape;38;p2"/>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39" name="Google Shape;39;p2"/>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b="0" i="0" sz="1800" u="none" cap="none" strike="noStrike">
                <a:solidFill>
                  <a:schemeClr val="dk1"/>
                </a:solidFill>
                <a:latin typeface="Times New Roman"/>
                <a:ea typeface="Times New Roman"/>
                <a:cs typeface="Times New Roman"/>
                <a:sym typeface="Times New Roman"/>
              </a:endParaRPr>
            </a:p>
          </p:txBody>
        </p:sp>
        <p:sp>
          <p:nvSpPr>
            <p:cNvPr id="40" name="Google Shape;40;p2"/>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b="0" i="0" sz="1800" u="none" cap="none" strike="noStrike">
                <a:solidFill>
                  <a:schemeClr val="dk1"/>
                </a:solidFill>
                <a:latin typeface="Times New Roman"/>
                <a:ea typeface="Times New Roman"/>
                <a:cs typeface="Times New Roman"/>
                <a:sym typeface="Times New Roman"/>
              </a:endParaRPr>
            </a:p>
          </p:txBody>
        </p:sp>
        <p:sp>
          <p:nvSpPr>
            <p:cNvPr id="41" name="Google Shape;41;p2"/>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i="0" lang="nl-NL" sz="1200" u="none" cap="none" strike="noStrike">
                  <a:solidFill>
                    <a:srgbClr val="211F26"/>
                  </a:solidFill>
                  <a:latin typeface="Calibri"/>
                  <a:ea typeface="Calibri"/>
                  <a:cs typeface="Calibri"/>
                  <a:sym typeface="Calibri"/>
                </a:rPr>
                <a:t>MEER WETEN?</a:t>
              </a:r>
              <a:br>
                <a:rPr b="0" i="0" lang="nl-NL" sz="1200" u="none" cap="none" strike="noStrike">
                  <a:solidFill>
                    <a:srgbClr val="211F26"/>
                  </a:solidFill>
                  <a:latin typeface="Calibri"/>
                  <a:ea typeface="Calibri"/>
                  <a:cs typeface="Calibri"/>
                  <a:sym typeface="Calibri"/>
                </a:rPr>
              </a:br>
              <a:r>
                <a:rPr b="0" i="0" lang="nl-NL" sz="1200" u="none" cap="none" strike="noStrike">
                  <a:solidFill>
                    <a:srgbClr val="211F26"/>
                  </a:solidFill>
                  <a:latin typeface="Calibri"/>
                  <a:ea typeface="Calibri"/>
                  <a:cs typeface="Calibri"/>
                  <a:sym typeface="Calibri"/>
                </a:rPr>
                <a:t>Ga naar de instructie dia </a:t>
              </a:r>
              <a:r>
                <a:rPr b="1" i="0" lang="nl-NL" sz="1200" u="none" cap="none" strike="noStrike">
                  <a:solidFill>
                    <a:srgbClr val="211F26"/>
                  </a:solidFill>
                  <a:latin typeface="Calibri"/>
                  <a:ea typeface="Calibri"/>
                  <a:cs typeface="Calibri"/>
                  <a:sym typeface="Calibri"/>
                </a:rPr>
                <a:t>‘VIDEO INSTRUCTIES’</a:t>
              </a:r>
              <a:r>
                <a:rPr b="0" i="0" lang="nl-NL" sz="1200" u="none" cap="none" strike="noStrike">
                  <a:solidFill>
                    <a:srgbClr val="211F26"/>
                  </a:solidFill>
                  <a:latin typeface="Calibri"/>
                  <a:ea typeface="Calibri"/>
                  <a:cs typeface="Calibri"/>
                  <a:sym typeface="Calibri"/>
                </a:rPr>
                <a:t>.</a:t>
              </a:r>
              <a:br>
                <a:rPr b="0" i="0" lang="nl-NL" sz="1200" u="none" cap="none" strike="noStrike">
                  <a:solidFill>
                    <a:srgbClr val="211F26"/>
                  </a:solidFill>
                  <a:latin typeface="Calibri"/>
                  <a:ea typeface="Calibri"/>
                  <a:cs typeface="Calibri"/>
                  <a:sym typeface="Calibri"/>
                </a:rPr>
              </a:br>
              <a:r>
                <a:rPr b="0" i="0" lang="nl-NL" sz="1200" u="none" cap="none" strike="noStrike">
                  <a:solidFill>
                    <a:srgbClr val="211F26"/>
                  </a:solidFill>
                  <a:latin typeface="Calibri"/>
                  <a:ea typeface="Calibri"/>
                  <a:cs typeface="Calibri"/>
                  <a:sym typeface="Calibri"/>
                </a:rPr>
                <a:t>Deze vind je vooraan de presentatie of voeg je in via </a:t>
              </a:r>
              <a:r>
                <a:rPr b="0" i="1" lang="nl-NL" sz="1200" u="none" cap="none" strike="noStrike">
                  <a:solidFill>
                    <a:srgbClr val="211F26"/>
                  </a:solidFill>
                  <a:latin typeface="Calibri"/>
                  <a:ea typeface="Calibri"/>
                  <a:cs typeface="Calibri"/>
                  <a:sym typeface="Calibri"/>
                </a:rPr>
                <a:t>‘Start’</a:t>
              </a:r>
              <a:r>
                <a:rPr b="0" i="0" lang="nl-NL" sz="1200" u="none" cap="none" strike="noStrike">
                  <a:solidFill>
                    <a:srgbClr val="211F26"/>
                  </a:solidFill>
                  <a:latin typeface="Calibri"/>
                  <a:ea typeface="Calibri"/>
                  <a:cs typeface="Calibri"/>
                  <a:sym typeface="Calibri"/>
                </a:rPr>
                <a:t> &gt; </a:t>
              </a:r>
              <a:r>
                <a:rPr b="0" i="1" lang="nl-NL" sz="1200" u="none" cap="none" strike="noStrike">
                  <a:solidFill>
                    <a:srgbClr val="211F26"/>
                  </a:solidFill>
                  <a:latin typeface="Calibri"/>
                  <a:ea typeface="Calibri"/>
                  <a:cs typeface="Calibri"/>
                  <a:sym typeface="Calibri"/>
                </a:rPr>
                <a:t>‘Nieuwe dia’</a:t>
              </a:r>
              <a:endParaRPr b="0" i="0" sz="1800" u="none" cap="none" strike="noStrike">
                <a:solidFill>
                  <a:schemeClr val="lt1"/>
                </a:solidFill>
                <a:latin typeface="Times New Roman"/>
                <a:ea typeface="Times New Roman"/>
                <a:cs typeface="Times New Roman"/>
                <a:sym typeface="Times New Roman"/>
              </a:endParaRPr>
            </a:p>
          </p:txBody>
        </p:sp>
        <p:grpSp>
          <p:nvGrpSpPr>
            <p:cNvPr id="42" name="Google Shape;42;p2"/>
            <p:cNvGrpSpPr/>
            <p:nvPr/>
          </p:nvGrpSpPr>
          <p:grpSpPr>
            <a:xfrm>
              <a:off x="-376736" y="4400186"/>
              <a:ext cx="283685" cy="283685"/>
              <a:chOff x="-510741" y="5913713"/>
              <a:chExt cx="267555" cy="267555"/>
            </a:xfrm>
          </p:grpSpPr>
          <p:sp>
            <p:nvSpPr>
              <p:cNvPr id="43" name="Google Shape;43;p2"/>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b="0" i="0" sz="1600" u="none" cap="none" strike="noStrike">
                  <a:solidFill>
                    <a:schemeClr val="lt2"/>
                  </a:solidFill>
                  <a:latin typeface="Calibri"/>
                  <a:ea typeface="Calibri"/>
                  <a:cs typeface="Calibri"/>
                  <a:sym typeface="Calibri"/>
                </a:endParaRPr>
              </a:p>
            </p:txBody>
          </p:sp>
          <p:sp>
            <p:nvSpPr>
              <p:cNvPr descr="Informatie" id="44" name="Google Shape;44;p2"/>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45" name="Google Shape;45;p2"/>
            <p:cNvGrpSpPr/>
            <p:nvPr/>
          </p:nvGrpSpPr>
          <p:grpSpPr>
            <a:xfrm>
              <a:off x="-3605171" y="458674"/>
              <a:ext cx="3234311" cy="558875"/>
              <a:chOff x="-3605171" y="458674"/>
              <a:chExt cx="3234311" cy="558875"/>
            </a:xfrm>
          </p:grpSpPr>
          <p:sp>
            <p:nvSpPr>
              <p:cNvPr id="46" name="Google Shape;46;p2"/>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47" name="Google Shape;47;p2"/>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48" name="Google Shape;48;p2"/>
              <p:cNvGrpSpPr/>
              <p:nvPr/>
            </p:nvGrpSpPr>
            <p:grpSpPr>
              <a:xfrm>
                <a:off x="-3386247" y="830871"/>
                <a:ext cx="139423" cy="109566"/>
                <a:chOff x="-2866744" y="827071"/>
                <a:chExt cx="168701" cy="132575"/>
              </a:xfrm>
            </p:grpSpPr>
            <p:grpSp>
              <p:nvGrpSpPr>
                <p:cNvPr id="49" name="Google Shape;49;p2"/>
                <p:cNvGrpSpPr/>
                <p:nvPr/>
              </p:nvGrpSpPr>
              <p:grpSpPr>
                <a:xfrm>
                  <a:off x="-2866744" y="827071"/>
                  <a:ext cx="168701" cy="132575"/>
                  <a:chOff x="-2866744" y="827071"/>
                  <a:chExt cx="168701" cy="132575"/>
                </a:xfrm>
              </p:grpSpPr>
              <p:cxnSp>
                <p:nvCxnSpPr>
                  <p:cNvPr id="50" name="Google Shape;50;p2"/>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1" name="Google Shape;51;p2"/>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2" name="Google Shape;52;p2"/>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3" name="Google Shape;53;p2"/>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4" name="Google Shape;54;p2"/>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55" name="Google Shape;55;p2"/>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56" name="Google Shape;56;p2"/>
              <p:cNvGrpSpPr/>
              <p:nvPr/>
            </p:nvGrpSpPr>
            <p:grpSpPr>
              <a:xfrm>
                <a:off x="-3605171" y="830871"/>
                <a:ext cx="139423" cy="109566"/>
                <a:chOff x="-2866744" y="518074"/>
                <a:chExt cx="168701" cy="132575"/>
              </a:xfrm>
            </p:grpSpPr>
            <p:grpSp>
              <p:nvGrpSpPr>
                <p:cNvPr id="57" name="Google Shape;57;p2"/>
                <p:cNvGrpSpPr/>
                <p:nvPr/>
              </p:nvGrpSpPr>
              <p:grpSpPr>
                <a:xfrm>
                  <a:off x="-2866744" y="518074"/>
                  <a:ext cx="168701" cy="132575"/>
                  <a:chOff x="-2866744" y="518074"/>
                  <a:chExt cx="168701" cy="132575"/>
                </a:xfrm>
              </p:grpSpPr>
              <p:cxnSp>
                <p:nvCxnSpPr>
                  <p:cNvPr id="58" name="Google Shape;58;p2"/>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9" name="Google Shape;59;p2"/>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0" name="Google Shape;60;p2"/>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1" name="Google Shape;61;p2"/>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2" name="Google Shape;62;p2"/>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63" name="Google Shape;63;p2"/>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64" name="Google Shape;64;p2"/>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65" name="Google Shape;65;p2"/>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66" name="Google Shape;66;p2"/>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67" name="Google Shape;67;p2"/>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68" name="Google Shape;68;p2"/>
              <p:cNvGrpSpPr/>
              <p:nvPr/>
            </p:nvGrpSpPr>
            <p:grpSpPr>
              <a:xfrm>
                <a:off x="-2916763" y="769168"/>
                <a:ext cx="268738" cy="248381"/>
                <a:chOff x="-2916763" y="769168"/>
                <a:chExt cx="268738" cy="248381"/>
              </a:xfrm>
            </p:grpSpPr>
            <p:sp>
              <p:nvSpPr>
                <p:cNvPr id="69" name="Google Shape;69;p2"/>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70" name="Google Shape;70;p2"/>
                <p:cNvGrpSpPr/>
                <p:nvPr/>
              </p:nvGrpSpPr>
              <p:grpSpPr>
                <a:xfrm>
                  <a:off x="-2866744" y="827071"/>
                  <a:ext cx="168701" cy="132575"/>
                  <a:chOff x="-2866744" y="827071"/>
                  <a:chExt cx="168701" cy="132575"/>
                </a:xfrm>
              </p:grpSpPr>
              <p:cxnSp>
                <p:nvCxnSpPr>
                  <p:cNvPr id="71" name="Google Shape;71;p2"/>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2" name="Google Shape;72;p2"/>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 name="Google Shape;73;p2"/>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4" name="Google Shape;74;p2"/>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5" name="Google Shape;75;p2"/>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76" name="Google Shape;76;p2"/>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77" name="Google Shape;77;p2"/>
              <p:cNvGrpSpPr/>
              <p:nvPr/>
            </p:nvGrpSpPr>
            <p:grpSpPr>
              <a:xfrm>
                <a:off x="-2916763" y="460171"/>
                <a:ext cx="268738" cy="248381"/>
                <a:chOff x="-2916763" y="460171"/>
                <a:chExt cx="268738" cy="248381"/>
              </a:xfrm>
            </p:grpSpPr>
            <p:sp>
              <p:nvSpPr>
                <p:cNvPr id="78" name="Google Shape;78;p2"/>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79" name="Google Shape;79;p2"/>
                <p:cNvGrpSpPr/>
                <p:nvPr/>
              </p:nvGrpSpPr>
              <p:grpSpPr>
                <a:xfrm>
                  <a:off x="-2866744" y="518074"/>
                  <a:ext cx="168701" cy="132575"/>
                  <a:chOff x="-2866744" y="518074"/>
                  <a:chExt cx="168701" cy="132575"/>
                </a:xfrm>
              </p:grpSpPr>
              <p:cxnSp>
                <p:nvCxnSpPr>
                  <p:cNvPr id="80" name="Google Shape;80;p2"/>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1" name="Google Shape;81;p2"/>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2" name="Google Shape;82;p2"/>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3" name="Google Shape;83;p2"/>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 name="Google Shape;84;p2"/>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85" name="Google Shape;85;p2"/>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86" name="Google Shape;86;p2"/>
          <p:cNvGrpSpPr/>
          <p:nvPr/>
        </p:nvGrpSpPr>
        <p:grpSpPr>
          <a:xfrm>
            <a:off x="12377595" y="0"/>
            <a:ext cx="3693386" cy="5270646"/>
            <a:chOff x="-3786437" y="0"/>
            <a:chExt cx="3693386" cy="5270646"/>
          </a:xfrm>
        </p:grpSpPr>
        <p:sp>
          <p:nvSpPr>
            <p:cNvPr id="87" name="Google Shape;87;p2"/>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88" name="Google Shape;88;p2"/>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89" name="Google Shape;89;p2"/>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90" name="Google Shape;90;p2"/>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91" name="Google Shape;91;p2"/>
            <p:cNvGrpSpPr/>
            <p:nvPr/>
          </p:nvGrpSpPr>
          <p:grpSpPr>
            <a:xfrm>
              <a:off x="-3316179" y="1231351"/>
              <a:ext cx="294789" cy="346676"/>
              <a:chOff x="14466489" y="1001522"/>
              <a:chExt cx="290627" cy="341782"/>
            </a:xfrm>
          </p:grpSpPr>
          <p:sp>
            <p:nvSpPr>
              <p:cNvPr id="92" name="Google Shape;92;p2"/>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93" name="Google Shape;93;p2"/>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94" name="Google Shape;94;p2"/>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95" name="Google Shape;95;p2"/>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96" name="Google Shape;96;p2"/>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97" name="Google Shape;97;p2"/>
              <p:cNvCxnSpPr>
                <a:stCxn id="95"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98" name="Google Shape;98;p2"/>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99" name="Google Shape;99;p2"/>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00" name="Google Shape;100;p2"/>
            <p:cNvGrpSpPr/>
            <p:nvPr/>
          </p:nvGrpSpPr>
          <p:grpSpPr>
            <a:xfrm>
              <a:off x="-3311319" y="2164285"/>
              <a:ext cx="825500" cy="209550"/>
              <a:chOff x="13504624" y="2482850"/>
              <a:chExt cx="825500" cy="209550"/>
            </a:xfrm>
          </p:grpSpPr>
          <p:sp>
            <p:nvSpPr>
              <p:cNvPr id="101" name="Google Shape;101;p2"/>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02" name="Google Shape;102;p2"/>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03" name="Google Shape;103;p2"/>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04" name="Google Shape;104;p2"/>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05" name="Google Shape;105;p2"/>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06" name="Google Shape;106;p2"/>
            <p:cNvGrpSpPr/>
            <p:nvPr/>
          </p:nvGrpSpPr>
          <p:grpSpPr>
            <a:xfrm>
              <a:off x="-3408294" y="3643742"/>
              <a:ext cx="622283" cy="612920"/>
              <a:chOff x="12617641" y="3403239"/>
              <a:chExt cx="752963" cy="741634"/>
            </a:xfrm>
          </p:grpSpPr>
          <p:grpSp>
            <p:nvGrpSpPr>
              <p:cNvPr id="107" name="Google Shape;107;p2"/>
              <p:cNvGrpSpPr/>
              <p:nvPr/>
            </p:nvGrpSpPr>
            <p:grpSpPr>
              <a:xfrm>
                <a:off x="12771530" y="3403239"/>
                <a:ext cx="467176" cy="448491"/>
                <a:chOff x="12782157" y="3403239"/>
                <a:chExt cx="467176" cy="448491"/>
              </a:xfrm>
            </p:grpSpPr>
            <p:grpSp>
              <p:nvGrpSpPr>
                <p:cNvPr id="108" name="Google Shape;108;p2"/>
                <p:cNvGrpSpPr/>
                <p:nvPr/>
              </p:nvGrpSpPr>
              <p:grpSpPr>
                <a:xfrm>
                  <a:off x="12782157" y="3403239"/>
                  <a:ext cx="412976" cy="396132"/>
                  <a:chOff x="13554906" y="3320109"/>
                  <a:chExt cx="443917" cy="425811"/>
                </a:xfrm>
              </p:grpSpPr>
              <p:grpSp>
                <p:nvGrpSpPr>
                  <p:cNvPr id="109" name="Google Shape;109;p2"/>
                  <p:cNvGrpSpPr/>
                  <p:nvPr/>
                </p:nvGrpSpPr>
                <p:grpSpPr>
                  <a:xfrm>
                    <a:off x="13554906" y="3320109"/>
                    <a:ext cx="443917" cy="425811"/>
                    <a:chOff x="12909684" y="1276143"/>
                    <a:chExt cx="443917" cy="425811"/>
                  </a:xfrm>
                </p:grpSpPr>
                <p:sp>
                  <p:nvSpPr>
                    <p:cNvPr id="110" name="Google Shape;110;p2"/>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11" name="Google Shape;111;p2"/>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12" name="Google Shape;112;p2"/>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13" name="Google Shape;113;p2"/>
                  <p:cNvPicPr preferRelativeResize="0"/>
                  <p:nvPr/>
                </p:nvPicPr>
                <p:blipFill rotWithShape="1">
                  <a:blip r:embed="rId3">
                    <a:alphaModFix/>
                  </a:blip>
                  <a:srcRect b="0" l="0" r="0" t="0"/>
                  <a:stretch/>
                </p:blipFill>
                <p:spPr>
                  <a:xfrm>
                    <a:off x="13567296" y="3424991"/>
                    <a:ext cx="173367" cy="140220"/>
                  </a:xfrm>
                  <a:prstGeom prst="rect">
                    <a:avLst/>
                  </a:prstGeom>
                  <a:noFill/>
                  <a:ln>
                    <a:noFill/>
                  </a:ln>
                </p:spPr>
              </p:pic>
              <p:pic>
                <p:nvPicPr>
                  <p:cNvPr id="114" name="Google Shape;114;p2"/>
                  <p:cNvPicPr preferRelativeResize="0"/>
                  <p:nvPr/>
                </p:nvPicPr>
                <p:blipFill rotWithShape="1">
                  <a:blip r:embed="rId3">
                    <a:alphaModFix/>
                  </a:blip>
                  <a:srcRect b="0" l="0" r="0" t="0"/>
                  <a:stretch/>
                </p:blipFill>
                <p:spPr>
                  <a:xfrm flipH="1">
                    <a:off x="13635599" y="3449265"/>
                    <a:ext cx="173367" cy="111424"/>
                  </a:xfrm>
                  <a:prstGeom prst="rect">
                    <a:avLst/>
                  </a:prstGeom>
                  <a:noFill/>
                  <a:ln>
                    <a:noFill/>
                  </a:ln>
                </p:spPr>
              </p:pic>
            </p:grpSp>
            <p:grpSp>
              <p:nvGrpSpPr>
                <p:cNvPr id="115" name="Google Shape;115;p2"/>
                <p:cNvGrpSpPr/>
                <p:nvPr/>
              </p:nvGrpSpPr>
              <p:grpSpPr>
                <a:xfrm>
                  <a:off x="13103513" y="3705268"/>
                  <a:ext cx="145820" cy="146462"/>
                  <a:chOff x="13096169" y="3602278"/>
                  <a:chExt cx="145820" cy="146462"/>
                </a:xfrm>
              </p:grpSpPr>
              <p:sp>
                <p:nvSpPr>
                  <p:cNvPr id="116" name="Google Shape;116;p2"/>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17" name="Google Shape;117;p2"/>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18" name="Google Shape;118;p2"/>
                <p:cNvGrpSpPr/>
                <p:nvPr/>
              </p:nvGrpSpPr>
              <p:grpSpPr>
                <a:xfrm rot="10800000">
                  <a:off x="13061402" y="3665637"/>
                  <a:ext cx="145820" cy="146462"/>
                  <a:chOff x="13096169" y="3602278"/>
                  <a:chExt cx="145820" cy="146462"/>
                </a:xfrm>
              </p:grpSpPr>
              <p:sp>
                <p:nvSpPr>
                  <p:cNvPr id="119" name="Google Shape;119;p2"/>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20" name="Google Shape;120;p2"/>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21" name="Google Shape;121;p2"/>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22" name="Google Shape;122;p2"/>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23" name="Google Shape;123;p2"/>
            <p:cNvGrpSpPr/>
            <p:nvPr/>
          </p:nvGrpSpPr>
          <p:grpSpPr>
            <a:xfrm>
              <a:off x="-376736" y="4271597"/>
              <a:ext cx="283685" cy="283685"/>
              <a:chOff x="-510741" y="5913713"/>
              <a:chExt cx="267555" cy="267555"/>
            </a:xfrm>
          </p:grpSpPr>
          <p:sp>
            <p:nvSpPr>
              <p:cNvPr id="124" name="Google Shape;124;p2"/>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25" name="Google Shape;125;p2"/>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26" name="Google Shape;126;p2"/>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descr="{&quot;templafy&quot;:{&quot;id&quot;:&quot;722aade6-336f-4017-9d57-a1e804b82816&quot;}}" id="128" name="Google Shape;128;p2" title="Form.Date"/>
          <p:cNvSpPr/>
          <p:nvPr/>
        </p:nvSpPr>
        <p:spPr>
          <a:xfrm>
            <a:off x="293850" y="6140125"/>
            <a:ext cx="2820000" cy="24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nl-NL" sz="1800">
                <a:solidFill>
                  <a:schemeClr val="dk1"/>
                </a:solidFill>
                <a:latin typeface="Times New Roman"/>
                <a:ea typeface="Times New Roman"/>
                <a:cs typeface="Times New Roman"/>
                <a:sym typeface="Times New Roman"/>
              </a:rPr>
              <a:t>30</a:t>
            </a:r>
            <a:r>
              <a:rPr lang="nl-NL" sz="1800">
                <a:solidFill>
                  <a:schemeClr val="dk1"/>
                </a:solidFill>
                <a:latin typeface="Times New Roman"/>
                <a:ea typeface="Times New Roman"/>
                <a:cs typeface="Times New Roman"/>
                <a:sym typeface="Times New Roman"/>
              </a:rPr>
              <a:t> januari 2026</a:t>
            </a:r>
            <a:endParaRPr sz="1800">
              <a:solidFill>
                <a:schemeClr val="dk1"/>
              </a:solidFill>
              <a:latin typeface="Times New Roman"/>
              <a:ea typeface="Times New Roman"/>
              <a:cs typeface="Times New Roman"/>
              <a:sym typeface="Times New Roman"/>
            </a:endParaRPr>
          </a:p>
        </p:txBody>
      </p:sp>
      <p:sp>
        <p:nvSpPr>
          <p:cNvPr descr="{&quot;templafy&quot;:{&quot;id&quot;:&quot;c86a22aa-cc95-4344-bef4-5c6f05b6f7c5&quot;}}" id="129" name="Google Shape;129;p2" title="Form.Presenter"/>
          <p:cNvSpPr/>
          <p:nvPr/>
        </p:nvSpPr>
        <p:spPr>
          <a:xfrm>
            <a:off x="293850" y="5827200"/>
            <a:ext cx="5867100" cy="2412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lang="nl-NL" sz="1800">
                <a:solidFill>
                  <a:schemeClr val="dk1"/>
                </a:solidFill>
                <a:latin typeface="Times New Roman"/>
                <a:ea typeface="Times New Roman"/>
                <a:cs typeface="Times New Roman"/>
                <a:sym typeface="Times New Roman"/>
              </a:rPr>
              <a:t>Oskar Bosgraaf, Boyu Chen, Alicja Dorobis,  Theo Würtzen.</a:t>
            </a:r>
            <a:endParaRPr sz="1800">
              <a:solidFill>
                <a:schemeClr val="dk1"/>
              </a:solidFill>
              <a:latin typeface="Times New Roman"/>
              <a:ea typeface="Times New Roman"/>
              <a:cs typeface="Times New Roman"/>
              <a:sym typeface="Times New Roman"/>
            </a:endParaRPr>
          </a:p>
        </p:txBody>
      </p:sp>
      <p:pic>
        <p:nvPicPr>
          <p:cNvPr descr="{&quot;templafy&quot;:{&quot;id&quot;:&quot;87f48b48-750f-4889-b4eb-c62e58703cdd&quot;}}" id="130" name="Google Shape;130;p2"/>
          <p:cNvPicPr preferRelativeResize="0"/>
          <p:nvPr/>
        </p:nvPicPr>
        <p:blipFill rotWithShape="1">
          <a:blip r:embed="rId4">
            <a:alphaModFix/>
          </a:blip>
          <a:srcRect b="0" l="0" r="0" t="0"/>
          <a:stretch/>
        </p:blipFill>
        <p:spPr>
          <a:xfrm>
            <a:off x="205200" y="205200"/>
            <a:ext cx="3877866" cy="385200"/>
          </a:xfrm>
          <a:prstGeom prst="rect">
            <a:avLst/>
          </a:prstGeom>
          <a:noFill/>
          <a:ln>
            <a:noFill/>
          </a:ln>
        </p:spPr>
      </p:pic>
      <p:sp>
        <p:nvSpPr>
          <p:cNvPr descr="{&quot;templafy&quot;:{&quot;id&quot;:&quot;a685ae6e-7e13-4cc4-a0a0-d5fb709577b0&quot;}}" id="131" name="Google Shape;131;p2" title="Form.Date"/>
          <p:cNvSpPr/>
          <p:nvPr/>
        </p:nvSpPr>
        <p:spPr>
          <a:xfrm>
            <a:off x="514799" y="5041135"/>
            <a:ext cx="2599200" cy="24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nl-NL" sz="1800">
                <a:solidFill>
                  <a:schemeClr val="dk1"/>
                </a:solidFill>
                <a:latin typeface="Times New Roman"/>
                <a:ea typeface="Times New Roman"/>
                <a:cs typeface="Times New Roman"/>
                <a:sym typeface="Times New Roman"/>
              </a:rPr>
              <a:t>30</a:t>
            </a:r>
            <a:r>
              <a:rPr lang="nl-NL" sz="1800">
                <a:solidFill>
                  <a:schemeClr val="dk1"/>
                </a:solidFill>
                <a:latin typeface="Times New Roman"/>
                <a:ea typeface="Times New Roman"/>
                <a:cs typeface="Times New Roman"/>
                <a:sym typeface="Times New Roman"/>
              </a:rPr>
              <a:t> januari 2026</a:t>
            </a:r>
            <a:endParaRPr sz="1800">
              <a:solidFill>
                <a:schemeClr val="dk1"/>
              </a:solidFill>
              <a:latin typeface="Times New Roman"/>
              <a:ea typeface="Times New Roman"/>
              <a:cs typeface="Times New Roman"/>
              <a:sym typeface="Times New Roman"/>
            </a:endParaRPr>
          </a:p>
        </p:txBody>
      </p:sp>
      <p:sp>
        <p:nvSpPr>
          <p:cNvPr descr="{&quot;templafy&quot;:{&quot;id&quot;:&quot;b62ecd87-1a12-4b13-abf0-e1e3a3299c8b&quot;}}" id="132" name="Google Shape;132;p2" title="text"/>
          <p:cNvSpPr/>
          <p:nvPr/>
        </p:nvSpPr>
        <p:spPr>
          <a:xfrm>
            <a:off x="409422" y="4986852"/>
            <a:ext cx="2733971" cy="3052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extLst>
    <p:ext uri="{DCECCB84-F9BA-43D5-87BE-67443E8EF086}">
      <p15:sldGuideLst>
        <p15:guide id="1" pos="668">
          <p15:clr>
            <a:srgbClr val="FBAE40"/>
          </p15:clr>
        </p15:guide>
        <p15:guide id="2" pos="4567">
          <p15:clr>
            <a:srgbClr val="FBAE40"/>
          </p15:clr>
        </p15:guide>
        <p15:guide id="3" orient="horz" pos="3816">
          <p15:clr>
            <a:srgbClr val="FBAE40"/>
          </p15:clr>
        </p15:guide>
        <p15:guide id="4" orient="horz" pos="3528">
          <p15:clr>
            <a:srgbClr val="FBAE40"/>
          </p15:clr>
        </p15:guide>
        <p15:guide id="5" pos="501">
          <p15:clr>
            <a:srgbClr val="FBAE40"/>
          </p15:clr>
        </p15:guide>
        <p15:guide id="6" pos="3425">
          <p15:clr>
            <a:srgbClr val="FBAE40"/>
          </p15:clr>
        </p15:guide>
        <p15:guide id="7"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
  <p:cSld name="Tekst">
    <p:spTree>
      <p:nvGrpSpPr>
        <p:cNvPr id="133" name="Shape 133"/>
        <p:cNvGrpSpPr/>
        <p:nvPr/>
      </p:nvGrpSpPr>
      <p:grpSpPr>
        <a:xfrm>
          <a:off x="0" y="0"/>
          <a:ext cx="0" cy="0"/>
          <a:chOff x="0" y="0"/>
          <a:chExt cx="0" cy="0"/>
        </a:xfrm>
      </p:grpSpPr>
      <p:sp>
        <p:nvSpPr>
          <p:cNvPr descr="{&quot;templafy&quot;:{&quot;id&quot;:&quot;d7dfd8a9-e75e-4497-9c49-7d9f79d0cacd&quot;}}" id="134" name="Google Shape;134;p3" title="Form.Date"/>
          <p:cNvSpPr/>
          <p:nvPr/>
        </p:nvSpPr>
        <p:spPr>
          <a:xfrm>
            <a:off x="9696400" y="6346800"/>
            <a:ext cx="1236800" cy="151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nl-NL" sz="1000">
                <a:solidFill>
                  <a:srgbClr val="7F7F7F"/>
                </a:solidFill>
                <a:latin typeface="Times New Roman"/>
                <a:ea typeface="Times New Roman"/>
                <a:cs typeface="Times New Roman"/>
                <a:sym typeface="Times New Roman"/>
              </a:rPr>
              <a:t>30</a:t>
            </a:r>
            <a:r>
              <a:rPr lang="nl-NL" sz="1000">
                <a:solidFill>
                  <a:srgbClr val="7F7F7F"/>
                </a:solidFill>
                <a:latin typeface="Times New Roman"/>
                <a:ea typeface="Times New Roman"/>
                <a:cs typeface="Times New Roman"/>
                <a:sym typeface="Times New Roman"/>
              </a:rPr>
              <a:t> januari 2026</a:t>
            </a:r>
            <a:endParaRPr sz="1000">
              <a:solidFill>
                <a:srgbClr val="7F7F7F"/>
              </a:solidFill>
              <a:latin typeface="Times New Roman"/>
              <a:ea typeface="Times New Roman"/>
              <a:cs typeface="Times New Roman"/>
              <a:sym typeface="Times New Roman"/>
            </a:endParaRPr>
          </a:p>
        </p:txBody>
      </p:sp>
      <p:sp>
        <p:nvSpPr>
          <p:cNvPr id="135" name="Google Shape;135;p3"/>
          <p:cNvSpPr txBox="1"/>
          <p:nvPr>
            <p:ph idx="12" type="sldNum"/>
          </p:nvPr>
        </p:nvSpPr>
        <p:spPr>
          <a:xfrm>
            <a:off x="11313996" y="6346800"/>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grpSp>
        <p:nvGrpSpPr>
          <p:cNvPr id="136" name="Google Shape;136;p3"/>
          <p:cNvGrpSpPr/>
          <p:nvPr/>
        </p:nvGrpSpPr>
        <p:grpSpPr>
          <a:xfrm>
            <a:off x="-3786437" y="0"/>
            <a:ext cx="3693386" cy="5359349"/>
            <a:chOff x="-3786437" y="0"/>
            <a:chExt cx="3693386" cy="5359349"/>
          </a:xfrm>
        </p:grpSpPr>
        <p:sp>
          <p:nvSpPr>
            <p:cNvPr id="137" name="Google Shape;137;p3"/>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38" name="Google Shape;138;p3"/>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39" name="Google Shape;139;p3"/>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40" name="Google Shape;140;p3"/>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41" name="Google Shape;141;p3"/>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42" name="Google Shape;142;p3"/>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43" name="Google Shape;143;p3"/>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44" name="Google Shape;144;p3"/>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45" name="Google Shape;145;p3"/>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46" name="Google Shape;146;p3"/>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47" name="Google Shape;147;p3"/>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48" name="Google Shape;148;p3"/>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49" name="Google Shape;149;p3"/>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50" name="Google Shape;150;p3"/>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51" name="Google Shape;151;p3"/>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52" name="Google Shape;152;p3"/>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53" name="Google Shape;153;p3"/>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54" name="Google Shape;154;p3"/>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55" name="Google Shape;155;p3"/>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56" name="Google Shape;156;p3"/>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57" name="Google Shape;157;p3"/>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58" name="Google Shape;158;p3"/>
            <p:cNvGrpSpPr/>
            <p:nvPr/>
          </p:nvGrpSpPr>
          <p:grpSpPr>
            <a:xfrm>
              <a:off x="-376736" y="4400186"/>
              <a:ext cx="283685" cy="283685"/>
              <a:chOff x="-510741" y="5913713"/>
              <a:chExt cx="267555" cy="267555"/>
            </a:xfrm>
          </p:grpSpPr>
          <p:sp>
            <p:nvSpPr>
              <p:cNvPr id="159" name="Google Shape;159;p3"/>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60" name="Google Shape;160;p3"/>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61" name="Google Shape;161;p3"/>
            <p:cNvGrpSpPr/>
            <p:nvPr/>
          </p:nvGrpSpPr>
          <p:grpSpPr>
            <a:xfrm>
              <a:off x="-3605171" y="458674"/>
              <a:ext cx="3234311" cy="558875"/>
              <a:chOff x="-3605171" y="458674"/>
              <a:chExt cx="3234311" cy="558875"/>
            </a:xfrm>
          </p:grpSpPr>
          <p:sp>
            <p:nvSpPr>
              <p:cNvPr id="162" name="Google Shape;162;p3"/>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63" name="Google Shape;163;p3"/>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64" name="Google Shape;164;p3"/>
              <p:cNvGrpSpPr/>
              <p:nvPr/>
            </p:nvGrpSpPr>
            <p:grpSpPr>
              <a:xfrm>
                <a:off x="-3386247" y="830871"/>
                <a:ext cx="139423" cy="109566"/>
                <a:chOff x="-2866744" y="827071"/>
                <a:chExt cx="168701" cy="132575"/>
              </a:xfrm>
            </p:grpSpPr>
            <p:grpSp>
              <p:nvGrpSpPr>
                <p:cNvPr id="165" name="Google Shape;165;p3"/>
                <p:cNvGrpSpPr/>
                <p:nvPr/>
              </p:nvGrpSpPr>
              <p:grpSpPr>
                <a:xfrm>
                  <a:off x="-2866744" y="827071"/>
                  <a:ext cx="168701" cy="132575"/>
                  <a:chOff x="-2866744" y="827071"/>
                  <a:chExt cx="168701" cy="132575"/>
                </a:xfrm>
              </p:grpSpPr>
              <p:cxnSp>
                <p:nvCxnSpPr>
                  <p:cNvPr id="166" name="Google Shape;166;p3"/>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7" name="Google Shape;167;p3"/>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8" name="Google Shape;168;p3"/>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9" name="Google Shape;169;p3"/>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0" name="Google Shape;170;p3"/>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71" name="Google Shape;171;p3"/>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72" name="Google Shape;172;p3"/>
              <p:cNvGrpSpPr/>
              <p:nvPr/>
            </p:nvGrpSpPr>
            <p:grpSpPr>
              <a:xfrm>
                <a:off x="-3605171" y="830871"/>
                <a:ext cx="139423" cy="109566"/>
                <a:chOff x="-2866744" y="518074"/>
                <a:chExt cx="168701" cy="132575"/>
              </a:xfrm>
            </p:grpSpPr>
            <p:grpSp>
              <p:nvGrpSpPr>
                <p:cNvPr id="173" name="Google Shape;173;p3"/>
                <p:cNvGrpSpPr/>
                <p:nvPr/>
              </p:nvGrpSpPr>
              <p:grpSpPr>
                <a:xfrm>
                  <a:off x="-2866744" y="518074"/>
                  <a:ext cx="168701" cy="132575"/>
                  <a:chOff x="-2866744" y="518074"/>
                  <a:chExt cx="168701" cy="132575"/>
                </a:xfrm>
              </p:grpSpPr>
              <p:cxnSp>
                <p:nvCxnSpPr>
                  <p:cNvPr id="174" name="Google Shape;174;p3"/>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5" name="Google Shape;175;p3"/>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6" name="Google Shape;176;p3"/>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7" name="Google Shape;177;p3"/>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8" name="Google Shape;178;p3"/>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79" name="Google Shape;179;p3"/>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80" name="Google Shape;180;p3"/>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81" name="Google Shape;181;p3"/>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82" name="Google Shape;182;p3"/>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83" name="Google Shape;183;p3"/>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84" name="Google Shape;184;p3"/>
              <p:cNvGrpSpPr/>
              <p:nvPr/>
            </p:nvGrpSpPr>
            <p:grpSpPr>
              <a:xfrm>
                <a:off x="-2916763" y="769168"/>
                <a:ext cx="268738" cy="248381"/>
                <a:chOff x="-2916763" y="769168"/>
                <a:chExt cx="268738" cy="248381"/>
              </a:xfrm>
            </p:grpSpPr>
            <p:sp>
              <p:nvSpPr>
                <p:cNvPr id="185" name="Google Shape;185;p3"/>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86" name="Google Shape;186;p3"/>
                <p:cNvGrpSpPr/>
                <p:nvPr/>
              </p:nvGrpSpPr>
              <p:grpSpPr>
                <a:xfrm>
                  <a:off x="-2866744" y="827071"/>
                  <a:ext cx="168701" cy="132575"/>
                  <a:chOff x="-2866744" y="827071"/>
                  <a:chExt cx="168701" cy="132575"/>
                </a:xfrm>
              </p:grpSpPr>
              <p:cxnSp>
                <p:nvCxnSpPr>
                  <p:cNvPr id="187" name="Google Shape;187;p3"/>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88" name="Google Shape;188;p3"/>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89" name="Google Shape;189;p3"/>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90" name="Google Shape;190;p3"/>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91" name="Google Shape;191;p3"/>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92" name="Google Shape;192;p3"/>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93" name="Google Shape;193;p3"/>
              <p:cNvGrpSpPr/>
              <p:nvPr/>
            </p:nvGrpSpPr>
            <p:grpSpPr>
              <a:xfrm>
                <a:off x="-2916763" y="460171"/>
                <a:ext cx="268738" cy="248381"/>
                <a:chOff x="-2916763" y="460171"/>
                <a:chExt cx="268738" cy="248381"/>
              </a:xfrm>
            </p:grpSpPr>
            <p:sp>
              <p:nvSpPr>
                <p:cNvPr id="194" name="Google Shape;194;p3"/>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95" name="Google Shape;195;p3"/>
                <p:cNvGrpSpPr/>
                <p:nvPr/>
              </p:nvGrpSpPr>
              <p:grpSpPr>
                <a:xfrm>
                  <a:off x="-2866744" y="518074"/>
                  <a:ext cx="168701" cy="132575"/>
                  <a:chOff x="-2866744" y="518074"/>
                  <a:chExt cx="168701" cy="132575"/>
                </a:xfrm>
              </p:grpSpPr>
              <p:cxnSp>
                <p:nvCxnSpPr>
                  <p:cNvPr id="196" name="Google Shape;196;p3"/>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97" name="Google Shape;197;p3"/>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98" name="Google Shape;198;p3"/>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99" name="Google Shape;199;p3"/>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00" name="Google Shape;200;p3"/>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201" name="Google Shape;201;p3"/>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202" name="Google Shape;202;p3"/>
          <p:cNvGrpSpPr/>
          <p:nvPr/>
        </p:nvGrpSpPr>
        <p:grpSpPr>
          <a:xfrm>
            <a:off x="12377595" y="0"/>
            <a:ext cx="3693386" cy="5270646"/>
            <a:chOff x="-3786437" y="0"/>
            <a:chExt cx="3693386" cy="5270646"/>
          </a:xfrm>
        </p:grpSpPr>
        <p:sp>
          <p:nvSpPr>
            <p:cNvPr id="203" name="Google Shape;203;p3"/>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204" name="Google Shape;204;p3"/>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205" name="Google Shape;205;p3"/>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206" name="Google Shape;206;p3"/>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207" name="Google Shape;207;p3"/>
            <p:cNvGrpSpPr/>
            <p:nvPr/>
          </p:nvGrpSpPr>
          <p:grpSpPr>
            <a:xfrm>
              <a:off x="-3316179" y="1231351"/>
              <a:ext cx="294789" cy="346676"/>
              <a:chOff x="14466489" y="1001522"/>
              <a:chExt cx="290627" cy="341782"/>
            </a:xfrm>
          </p:grpSpPr>
          <p:sp>
            <p:nvSpPr>
              <p:cNvPr id="208" name="Google Shape;208;p3"/>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209" name="Google Shape;209;p3"/>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210" name="Google Shape;210;p3"/>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211" name="Google Shape;211;p3"/>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212" name="Google Shape;212;p3"/>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213" name="Google Shape;213;p3"/>
              <p:cNvCxnSpPr>
                <a:stCxn id="211"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214" name="Google Shape;214;p3"/>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215" name="Google Shape;215;p3"/>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216" name="Google Shape;216;p3"/>
            <p:cNvGrpSpPr/>
            <p:nvPr/>
          </p:nvGrpSpPr>
          <p:grpSpPr>
            <a:xfrm>
              <a:off x="-3311319" y="2164285"/>
              <a:ext cx="825500" cy="209550"/>
              <a:chOff x="13504624" y="2482850"/>
              <a:chExt cx="825500" cy="209550"/>
            </a:xfrm>
          </p:grpSpPr>
          <p:sp>
            <p:nvSpPr>
              <p:cNvPr id="217" name="Google Shape;217;p3"/>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218" name="Google Shape;218;p3"/>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219" name="Google Shape;219;p3"/>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220" name="Google Shape;220;p3"/>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221" name="Google Shape;221;p3"/>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222" name="Google Shape;222;p3"/>
            <p:cNvGrpSpPr/>
            <p:nvPr/>
          </p:nvGrpSpPr>
          <p:grpSpPr>
            <a:xfrm>
              <a:off x="-3408294" y="3643742"/>
              <a:ext cx="622283" cy="612920"/>
              <a:chOff x="12617641" y="3403239"/>
              <a:chExt cx="752963" cy="741634"/>
            </a:xfrm>
          </p:grpSpPr>
          <p:grpSp>
            <p:nvGrpSpPr>
              <p:cNvPr id="223" name="Google Shape;223;p3"/>
              <p:cNvGrpSpPr/>
              <p:nvPr/>
            </p:nvGrpSpPr>
            <p:grpSpPr>
              <a:xfrm>
                <a:off x="12771530" y="3403239"/>
                <a:ext cx="467176" cy="448491"/>
                <a:chOff x="12782157" y="3403239"/>
                <a:chExt cx="467176" cy="448491"/>
              </a:xfrm>
            </p:grpSpPr>
            <p:grpSp>
              <p:nvGrpSpPr>
                <p:cNvPr id="224" name="Google Shape;224;p3"/>
                <p:cNvGrpSpPr/>
                <p:nvPr/>
              </p:nvGrpSpPr>
              <p:grpSpPr>
                <a:xfrm>
                  <a:off x="12782157" y="3403239"/>
                  <a:ext cx="412976" cy="396132"/>
                  <a:chOff x="13554906" y="3320109"/>
                  <a:chExt cx="443917" cy="425811"/>
                </a:xfrm>
              </p:grpSpPr>
              <p:grpSp>
                <p:nvGrpSpPr>
                  <p:cNvPr id="225" name="Google Shape;225;p3"/>
                  <p:cNvGrpSpPr/>
                  <p:nvPr/>
                </p:nvGrpSpPr>
                <p:grpSpPr>
                  <a:xfrm>
                    <a:off x="13554906" y="3320109"/>
                    <a:ext cx="443917" cy="425811"/>
                    <a:chOff x="12909684" y="1276143"/>
                    <a:chExt cx="443917" cy="425811"/>
                  </a:xfrm>
                </p:grpSpPr>
                <p:sp>
                  <p:nvSpPr>
                    <p:cNvPr id="226" name="Google Shape;226;p3"/>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227" name="Google Shape;227;p3"/>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228" name="Google Shape;228;p3"/>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229" name="Google Shape;229;p3"/>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230" name="Google Shape;230;p3"/>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231" name="Google Shape;231;p3"/>
                <p:cNvGrpSpPr/>
                <p:nvPr/>
              </p:nvGrpSpPr>
              <p:grpSpPr>
                <a:xfrm>
                  <a:off x="13103513" y="3705268"/>
                  <a:ext cx="145820" cy="146462"/>
                  <a:chOff x="13096169" y="3602278"/>
                  <a:chExt cx="145820" cy="146462"/>
                </a:xfrm>
              </p:grpSpPr>
              <p:sp>
                <p:nvSpPr>
                  <p:cNvPr id="232" name="Google Shape;232;p3"/>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233" name="Google Shape;233;p3"/>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234" name="Google Shape;234;p3"/>
                <p:cNvGrpSpPr/>
                <p:nvPr/>
              </p:nvGrpSpPr>
              <p:grpSpPr>
                <a:xfrm rot="10800000">
                  <a:off x="13061402" y="3665637"/>
                  <a:ext cx="145820" cy="146462"/>
                  <a:chOff x="13096169" y="3602278"/>
                  <a:chExt cx="145820" cy="146462"/>
                </a:xfrm>
              </p:grpSpPr>
              <p:sp>
                <p:nvSpPr>
                  <p:cNvPr id="235" name="Google Shape;235;p3"/>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236" name="Google Shape;236;p3"/>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237" name="Google Shape;237;p3"/>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238" name="Google Shape;238;p3"/>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239" name="Google Shape;239;p3"/>
            <p:cNvGrpSpPr/>
            <p:nvPr/>
          </p:nvGrpSpPr>
          <p:grpSpPr>
            <a:xfrm>
              <a:off x="-376736" y="4271597"/>
              <a:ext cx="283685" cy="283685"/>
              <a:chOff x="-510741" y="5913713"/>
              <a:chExt cx="267555" cy="267555"/>
            </a:xfrm>
          </p:grpSpPr>
          <p:sp>
            <p:nvSpPr>
              <p:cNvPr id="240" name="Google Shape;240;p3"/>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241" name="Google Shape;241;p3"/>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242" name="Google Shape;242;p3"/>
          <p:cNvSpPr txBox="1"/>
          <p:nvPr>
            <p:ph idx="1" type="body"/>
          </p:nvPr>
        </p:nvSpPr>
        <p:spPr>
          <a:xfrm>
            <a:off x="489600" y="1700808"/>
            <a:ext cx="11184396" cy="43596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600"/>
              </a:spcBef>
              <a:spcAft>
                <a:spcPts val="0"/>
              </a:spcAft>
              <a:buClr>
                <a:schemeClr val="dk1"/>
              </a:buClr>
              <a:buSzPts val="1800"/>
              <a:buChar char="•"/>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243" name="Google Shape;243;p3"/>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4400"/>
              <a:buFont typeface="Times New Roma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3"/>
          <p:cNvSpPr txBox="1"/>
          <p:nvPr>
            <p:ph idx="11" type="ftr"/>
          </p:nvPr>
        </p:nvSpPr>
        <p:spPr>
          <a:xfrm>
            <a:off x="5202000" y="6346800"/>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 Inhoud">
  <p:cSld name="Titel + Inhoud">
    <p:spTree>
      <p:nvGrpSpPr>
        <p:cNvPr id="245" name="Shape 245"/>
        <p:cNvGrpSpPr/>
        <p:nvPr/>
      </p:nvGrpSpPr>
      <p:grpSpPr>
        <a:xfrm>
          <a:off x="0" y="0"/>
          <a:ext cx="0" cy="0"/>
          <a:chOff x="0" y="0"/>
          <a:chExt cx="0" cy="0"/>
        </a:xfrm>
      </p:grpSpPr>
      <p:sp>
        <p:nvSpPr>
          <p:cNvPr descr="{&quot;templafy&quot;:{&quot;id&quot;:&quot;b531a576-4c7e-4b02-a7c9-ac5ca09105ae&quot;}}" id="246" name="Google Shape;246;p4" title="Form.Date"/>
          <p:cNvSpPr/>
          <p:nvPr/>
        </p:nvSpPr>
        <p:spPr>
          <a:xfrm>
            <a:off x="9694800" y="6346800"/>
            <a:ext cx="1238400" cy="151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nl-NL" sz="1000">
                <a:solidFill>
                  <a:srgbClr val="7F7F7F"/>
                </a:solidFill>
                <a:latin typeface="Times New Roman"/>
                <a:ea typeface="Times New Roman"/>
                <a:cs typeface="Times New Roman"/>
                <a:sym typeface="Times New Roman"/>
              </a:rPr>
              <a:t>30</a:t>
            </a:r>
            <a:r>
              <a:rPr lang="nl-NL" sz="1000">
                <a:solidFill>
                  <a:srgbClr val="7F7F7F"/>
                </a:solidFill>
                <a:latin typeface="Times New Roman"/>
                <a:ea typeface="Times New Roman"/>
                <a:cs typeface="Times New Roman"/>
                <a:sym typeface="Times New Roman"/>
              </a:rPr>
              <a:t> januari 2026</a:t>
            </a:r>
            <a:endParaRPr sz="1000">
              <a:solidFill>
                <a:srgbClr val="7F7F7F"/>
              </a:solidFill>
              <a:latin typeface="Times New Roman"/>
              <a:ea typeface="Times New Roman"/>
              <a:cs typeface="Times New Roman"/>
              <a:sym typeface="Times New Roman"/>
            </a:endParaRPr>
          </a:p>
        </p:txBody>
      </p:sp>
      <p:grpSp>
        <p:nvGrpSpPr>
          <p:cNvPr id="247" name="Google Shape;247;p4"/>
          <p:cNvGrpSpPr/>
          <p:nvPr/>
        </p:nvGrpSpPr>
        <p:grpSpPr>
          <a:xfrm>
            <a:off x="-3786437" y="0"/>
            <a:ext cx="3693386" cy="5359349"/>
            <a:chOff x="-3786437" y="0"/>
            <a:chExt cx="3693386" cy="5359349"/>
          </a:xfrm>
        </p:grpSpPr>
        <p:sp>
          <p:nvSpPr>
            <p:cNvPr id="248" name="Google Shape;248;p4"/>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249" name="Google Shape;249;p4"/>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250" name="Google Shape;250;p4"/>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251" name="Google Shape;251;p4"/>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252" name="Google Shape;252;p4"/>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253" name="Google Shape;253;p4"/>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254" name="Google Shape;254;p4"/>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255" name="Google Shape;255;p4"/>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256" name="Google Shape;256;p4"/>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257" name="Google Shape;257;p4"/>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258" name="Google Shape;258;p4"/>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259" name="Google Shape;259;p4"/>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260" name="Google Shape;260;p4"/>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261" name="Google Shape;261;p4"/>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262" name="Google Shape;262;p4"/>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263" name="Google Shape;263;p4"/>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264" name="Google Shape;264;p4"/>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265" name="Google Shape;265;p4"/>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266" name="Google Shape;266;p4"/>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267" name="Google Shape;267;p4"/>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268" name="Google Shape;268;p4"/>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269" name="Google Shape;269;p4"/>
            <p:cNvGrpSpPr/>
            <p:nvPr/>
          </p:nvGrpSpPr>
          <p:grpSpPr>
            <a:xfrm>
              <a:off x="-376736" y="4400186"/>
              <a:ext cx="283685" cy="283685"/>
              <a:chOff x="-510741" y="5913713"/>
              <a:chExt cx="267555" cy="267555"/>
            </a:xfrm>
          </p:grpSpPr>
          <p:sp>
            <p:nvSpPr>
              <p:cNvPr id="270" name="Google Shape;270;p4"/>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271" name="Google Shape;271;p4"/>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272" name="Google Shape;272;p4"/>
            <p:cNvGrpSpPr/>
            <p:nvPr/>
          </p:nvGrpSpPr>
          <p:grpSpPr>
            <a:xfrm>
              <a:off x="-3605171" y="458674"/>
              <a:ext cx="3234311" cy="558875"/>
              <a:chOff x="-3605171" y="458674"/>
              <a:chExt cx="3234311" cy="558875"/>
            </a:xfrm>
          </p:grpSpPr>
          <p:sp>
            <p:nvSpPr>
              <p:cNvPr id="273" name="Google Shape;273;p4"/>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274" name="Google Shape;274;p4"/>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275" name="Google Shape;275;p4"/>
              <p:cNvGrpSpPr/>
              <p:nvPr/>
            </p:nvGrpSpPr>
            <p:grpSpPr>
              <a:xfrm>
                <a:off x="-3386247" y="830871"/>
                <a:ext cx="139423" cy="109566"/>
                <a:chOff x="-2866744" y="827071"/>
                <a:chExt cx="168701" cy="132575"/>
              </a:xfrm>
            </p:grpSpPr>
            <p:grpSp>
              <p:nvGrpSpPr>
                <p:cNvPr id="276" name="Google Shape;276;p4"/>
                <p:cNvGrpSpPr/>
                <p:nvPr/>
              </p:nvGrpSpPr>
              <p:grpSpPr>
                <a:xfrm>
                  <a:off x="-2866744" y="827071"/>
                  <a:ext cx="168701" cy="132575"/>
                  <a:chOff x="-2866744" y="827071"/>
                  <a:chExt cx="168701" cy="132575"/>
                </a:xfrm>
              </p:grpSpPr>
              <p:cxnSp>
                <p:nvCxnSpPr>
                  <p:cNvPr id="277" name="Google Shape;277;p4"/>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78" name="Google Shape;278;p4"/>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79" name="Google Shape;279;p4"/>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80" name="Google Shape;280;p4"/>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81" name="Google Shape;281;p4"/>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282" name="Google Shape;282;p4"/>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283" name="Google Shape;283;p4"/>
              <p:cNvGrpSpPr/>
              <p:nvPr/>
            </p:nvGrpSpPr>
            <p:grpSpPr>
              <a:xfrm>
                <a:off x="-3605171" y="830871"/>
                <a:ext cx="139423" cy="109566"/>
                <a:chOff x="-2866744" y="518074"/>
                <a:chExt cx="168701" cy="132575"/>
              </a:xfrm>
            </p:grpSpPr>
            <p:grpSp>
              <p:nvGrpSpPr>
                <p:cNvPr id="284" name="Google Shape;284;p4"/>
                <p:cNvGrpSpPr/>
                <p:nvPr/>
              </p:nvGrpSpPr>
              <p:grpSpPr>
                <a:xfrm>
                  <a:off x="-2866744" y="518074"/>
                  <a:ext cx="168701" cy="132575"/>
                  <a:chOff x="-2866744" y="518074"/>
                  <a:chExt cx="168701" cy="132575"/>
                </a:xfrm>
              </p:grpSpPr>
              <p:cxnSp>
                <p:nvCxnSpPr>
                  <p:cNvPr id="285" name="Google Shape;285;p4"/>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86" name="Google Shape;286;p4"/>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87" name="Google Shape;287;p4"/>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88" name="Google Shape;288;p4"/>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89" name="Google Shape;289;p4"/>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290" name="Google Shape;290;p4"/>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291" name="Google Shape;291;p4"/>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292" name="Google Shape;292;p4"/>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293" name="Google Shape;293;p4"/>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294" name="Google Shape;294;p4"/>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295" name="Google Shape;295;p4"/>
              <p:cNvGrpSpPr/>
              <p:nvPr/>
            </p:nvGrpSpPr>
            <p:grpSpPr>
              <a:xfrm>
                <a:off x="-2916763" y="769168"/>
                <a:ext cx="268738" cy="248381"/>
                <a:chOff x="-2916763" y="769168"/>
                <a:chExt cx="268738" cy="248381"/>
              </a:xfrm>
            </p:grpSpPr>
            <p:sp>
              <p:nvSpPr>
                <p:cNvPr id="296" name="Google Shape;296;p4"/>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297" name="Google Shape;297;p4"/>
                <p:cNvGrpSpPr/>
                <p:nvPr/>
              </p:nvGrpSpPr>
              <p:grpSpPr>
                <a:xfrm>
                  <a:off x="-2866744" y="827071"/>
                  <a:ext cx="168701" cy="132575"/>
                  <a:chOff x="-2866744" y="827071"/>
                  <a:chExt cx="168701" cy="132575"/>
                </a:xfrm>
              </p:grpSpPr>
              <p:cxnSp>
                <p:nvCxnSpPr>
                  <p:cNvPr id="298" name="Google Shape;298;p4"/>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299" name="Google Shape;299;p4"/>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00" name="Google Shape;300;p4"/>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01" name="Google Shape;301;p4"/>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02" name="Google Shape;302;p4"/>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303" name="Google Shape;303;p4"/>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304" name="Google Shape;304;p4"/>
              <p:cNvGrpSpPr/>
              <p:nvPr/>
            </p:nvGrpSpPr>
            <p:grpSpPr>
              <a:xfrm>
                <a:off x="-2916763" y="460171"/>
                <a:ext cx="268738" cy="248381"/>
                <a:chOff x="-2916763" y="460171"/>
                <a:chExt cx="268738" cy="248381"/>
              </a:xfrm>
            </p:grpSpPr>
            <p:sp>
              <p:nvSpPr>
                <p:cNvPr id="305" name="Google Shape;305;p4"/>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306" name="Google Shape;306;p4"/>
                <p:cNvGrpSpPr/>
                <p:nvPr/>
              </p:nvGrpSpPr>
              <p:grpSpPr>
                <a:xfrm>
                  <a:off x="-2866744" y="518074"/>
                  <a:ext cx="168701" cy="132575"/>
                  <a:chOff x="-2866744" y="518074"/>
                  <a:chExt cx="168701" cy="132575"/>
                </a:xfrm>
              </p:grpSpPr>
              <p:cxnSp>
                <p:nvCxnSpPr>
                  <p:cNvPr id="307" name="Google Shape;307;p4"/>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08" name="Google Shape;308;p4"/>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09" name="Google Shape;309;p4"/>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10" name="Google Shape;310;p4"/>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11" name="Google Shape;311;p4"/>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312" name="Google Shape;312;p4"/>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313" name="Google Shape;313;p4"/>
          <p:cNvGrpSpPr/>
          <p:nvPr/>
        </p:nvGrpSpPr>
        <p:grpSpPr>
          <a:xfrm>
            <a:off x="12377595" y="0"/>
            <a:ext cx="3693386" cy="5270646"/>
            <a:chOff x="-3786437" y="0"/>
            <a:chExt cx="3693386" cy="5270646"/>
          </a:xfrm>
        </p:grpSpPr>
        <p:sp>
          <p:nvSpPr>
            <p:cNvPr id="314" name="Google Shape;314;p4"/>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315" name="Google Shape;315;p4"/>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316" name="Google Shape;316;p4"/>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317" name="Google Shape;317;p4"/>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318" name="Google Shape;318;p4"/>
            <p:cNvGrpSpPr/>
            <p:nvPr/>
          </p:nvGrpSpPr>
          <p:grpSpPr>
            <a:xfrm>
              <a:off x="-3316179" y="1231351"/>
              <a:ext cx="294789" cy="346676"/>
              <a:chOff x="14466489" y="1001522"/>
              <a:chExt cx="290627" cy="341782"/>
            </a:xfrm>
          </p:grpSpPr>
          <p:sp>
            <p:nvSpPr>
              <p:cNvPr id="319" name="Google Shape;319;p4"/>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320" name="Google Shape;320;p4"/>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321" name="Google Shape;321;p4"/>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322" name="Google Shape;322;p4"/>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323" name="Google Shape;323;p4"/>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324" name="Google Shape;324;p4"/>
              <p:cNvCxnSpPr>
                <a:stCxn id="322"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325" name="Google Shape;325;p4"/>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326" name="Google Shape;326;p4"/>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327" name="Google Shape;327;p4"/>
            <p:cNvGrpSpPr/>
            <p:nvPr/>
          </p:nvGrpSpPr>
          <p:grpSpPr>
            <a:xfrm>
              <a:off x="-3311319" y="2164285"/>
              <a:ext cx="825500" cy="209550"/>
              <a:chOff x="13504624" y="2482850"/>
              <a:chExt cx="825500" cy="209550"/>
            </a:xfrm>
          </p:grpSpPr>
          <p:sp>
            <p:nvSpPr>
              <p:cNvPr id="328" name="Google Shape;328;p4"/>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329" name="Google Shape;329;p4"/>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330" name="Google Shape;330;p4"/>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331" name="Google Shape;331;p4"/>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332" name="Google Shape;332;p4"/>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333" name="Google Shape;333;p4"/>
            <p:cNvGrpSpPr/>
            <p:nvPr/>
          </p:nvGrpSpPr>
          <p:grpSpPr>
            <a:xfrm>
              <a:off x="-3408294" y="3643742"/>
              <a:ext cx="622283" cy="612920"/>
              <a:chOff x="12617641" y="3403239"/>
              <a:chExt cx="752963" cy="741634"/>
            </a:xfrm>
          </p:grpSpPr>
          <p:grpSp>
            <p:nvGrpSpPr>
              <p:cNvPr id="334" name="Google Shape;334;p4"/>
              <p:cNvGrpSpPr/>
              <p:nvPr/>
            </p:nvGrpSpPr>
            <p:grpSpPr>
              <a:xfrm>
                <a:off x="12771530" y="3403239"/>
                <a:ext cx="467176" cy="448491"/>
                <a:chOff x="12782157" y="3403239"/>
                <a:chExt cx="467176" cy="448491"/>
              </a:xfrm>
            </p:grpSpPr>
            <p:grpSp>
              <p:nvGrpSpPr>
                <p:cNvPr id="335" name="Google Shape;335;p4"/>
                <p:cNvGrpSpPr/>
                <p:nvPr/>
              </p:nvGrpSpPr>
              <p:grpSpPr>
                <a:xfrm>
                  <a:off x="12782157" y="3403239"/>
                  <a:ext cx="412976" cy="396132"/>
                  <a:chOff x="13554906" y="3320109"/>
                  <a:chExt cx="443917" cy="425811"/>
                </a:xfrm>
              </p:grpSpPr>
              <p:grpSp>
                <p:nvGrpSpPr>
                  <p:cNvPr id="336" name="Google Shape;336;p4"/>
                  <p:cNvGrpSpPr/>
                  <p:nvPr/>
                </p:nvGrpSpPr>
                <p:grpSpPr>
                  <a:xfrm>
                    <a:off x="13554906" y="3320109"/>
                    <a:ext cx="443917" cy="425811"/>
                    <a:chOff x="12909684" y="1276143"/>
                    <a:chExt cx="443917" cy="425811"/>
                  </a:xfrm>
                </p:grpSpPr>
                <p:sp>
                  <p:nvSpPr>
                    <p:cNvPr id="337" name="Google Shape;337;p4"/>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338" name="Google Shape;338;p4"/>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339" name="Google Shape;339;p4"/>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340" name="Google Shape;340;p4"/>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341" name="Google Shape;341;p4"/>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342" name="Google Shape;342;p4"/>
                <p:cNvGrpSpPr/>
                <p:nvPr/>
              </p:nvGrpSpPr>
              <p:grpSpPr>
                <a:xfrm>
                  <a:off x="13103513" y="3705268"/>
                  <a:ext cx="145820" cy="146462"/>
                  <a:chOff x="13096169" y="3602278"/>
                  <a:chExt cx="145820" cy="146462"/>
                </a:xfrm>
              </p:grpSpPr>
              <p:sp>
                <p:nvSpPr>
                  <p:cNvPr id="343" name="Google Shape;343;p4"/>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344" name="Google Shape;344;p4"/>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345" name="Google Shape;345;p4"/>
                <p:cNvGrpSpPr/>
                <p:nvPr/>
              </p:nvGrpSpPr>
              <p:grpSpPr>
                <a:xfrm rot="10800000">
                  <a:off x="13061402" y="3665637"/>
                  <a:ext cx="145820" cy="146462"/>
                  <a:chOff x="13096169" y="3602278"/>
                  <a:chExt cx="145820" cy="146462"/>
                </a:xfrm>
              </p:grpSpPr>
              <p:sp>
                <p:nvSpPr>
                  <p:cNvPr id="346" name="Google Shape;346;p4"/>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347" name="Google Shape;347;p4"/>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348" name="Google Shape;348;p4"/>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349" name="Google Shape;349;p4"/>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350" name="Google Shape;350;p4"/>
            <p:cNvGrpSpPr/>
            <p:nvPr/>
          </p:nvGrpSpPr>
          <p:grpSpPr>
            <a:xfrm>
              <a:off x="-376736" y="4271597"/>
              <a:ext cx="283685" cy="283685"/>
              <a:chOff x="-510741" y="5913713"/>
              <a:chExt cx="267555" cy="267555"/>
            </a:xfrm>
          </p:grpSpPr>
          <p:sp>
            <p:nvSpPr>
              <p:cNvPr id="351" name="Google Shape;351;p4"/>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352" name="Google Shape;352;p4"/>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353" name="Google Shape;353;p4"/>
          <p:cNvSpPr txBox="1"/>
          <p:nvPr>
            <p:ph idx="11" type="ftr"/>
          </p:nvPr>
        </p:nvSpPr>
        <p:spPr>
          <a:xfrm>
            <a:off x="5202000" y="6346800"/>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4" name="Google Shape;354;p4"/>
          <p:cNvSpPr txBox="1"/>
          <p:nvPr>
            <p:ph idx="12" type="sldNum"/>
          </p:nvPr>
        </p:nvSpPr>
        <p:spPr>
          <a:xfrm>
            <a:off x="11313996" y="6346800"/>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355" name="Google Shape;355;p4"/>
          <p:cNvSpPr txBox="1"/>
          <p:nvPr>
            <p:ph idx="1" type="body"/>
          </p:nvPr>
        </p:nvSpPr>
        <p:spPr>
          <a:xfrm>
            <a:off x="489314" y="1700808"/>
            <a:ext cx="11184682" cy="43596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600"/>
              </a:spcBef>
              <a:spcAft>
                <a:spcPts val="0"/>
              </a:spcAft>
              <a:buClr>
                <a:schemeClr val="dk1"/>
              </a:buClr>
              <a:buSzPts val="1800"/>
              <a:buChar char="•"/>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356" name="Google Shape;356;p4"/>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0% Tekst 30% Afbeelding">
  <p:cSld name="70% Tekst 30% Afbeelding">
    <p:spTree>
      <p:nvGrpSpPr>
        <p:cNvPr id="357" name="Shape 357"/>
        <p:cNvGrpSpPr/>
        <p:nvPr/>
      </p:nvGrpSpPr>
      <p:grpSpPr>
        <a:xfrm>
          <a:off x="0" y="0"/>
          <a:ext cx="0" cy="0"/>
          <a:chOff x="0" y="0"/>
          <a:chExt cx="0" cy="0"/>
        </a:xfrm>
      </p:grpSpPr>
      <p:sp>
        <p:nvSpPr>
          <p:cNvPr id="358" name="Google Shape;358;p5"/>
          <p:cNvSpPr txBox="1"/>
          <p:nvPr>
            <p:ph type="title"/>
          </p:nvPr>
        </p:nvSpPr>
        <p:spPr>
          <a:xfrm>
            <a:off x="514800" y="1882800"/>
            <a:ext cx="7675200" cy="871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BC0031"/>
              </a:buClr>
              <a:buSzPts val="4400"/>
              <a:buFont typeface="Times New Roman"/>
              <a:buNone/>
              <a:defRPr b="1">
                <a:solidFill>
                  <a:srgbClr val="BC003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5"/>
          <p:cNvSpPr/>
          <p:nvPr>
            <p:ph idx="2" type="pic"/>
          </p:nvPr>
        </p:nvSpPr>
        <p:spPr>
          <a:xfrm>
            <a:off x="8719200" y="0"/>
            <a:ext cx="3470400" cy="6858000"/>
          </a:xfrm>
          <a:prstGeom prst="rect">
            <a:avLst/>
          </a:prstGeom>
          <a:noFill/>
          <a:ln>
            <a:noFill/>
          </a:ln>
        </p:spPr>
      </p:sp>
      <p:sp>
        <p:nvSpPr>
          <p:cNvPr id="360" name="Google Shape;360;p5"/>
          <p:cNvSpPr txBox="1"/>
          <p:nvPr>
            <p:ph idx="1" type="body"/>
          </p:nvPr>
        </p:nvSpPr>
        <p:spPr>
          <a:xfrm>
            <a:off x="514350" y="3067200"/>
            <a:ext cx="7675563" cy="22392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600"/>
              </a:spcBef>
              <a:spcAft>
                <a:spcPts val="0"/>
              </a:spcAft>
              <a:buClr>
                <a:schemeClr val="dk1"/>
              </a:buClr>
              <a:buSzPts val="1800"/>
              <a:buChar char="•"/>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361" name="Google Shape;361;p5"/>
          <p:cNvGrpSpPr/>
          <p:nvPr/>
        </p:nvGrpSpPr>
        <p:grpSpPr>
          <a:xfrm>
            <a:off x="-3786437" y="0"/>
            <a:ext cx="3693386" cy="5359349"/>
            <a:chOff x="-3786437" y="0"/>
            <a:chExt cx="3693386" cy="5359349"/>
          </a:xfrm>
        </p:grpSpPr>
        <p:sp>
          <p:nvSpPr>
            <p:cNvPr id="362" name="Google Shape;362;p5"/>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363" name="Google Shape;363;p5"/>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364" name="Google Shape;364;p5"/>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365" name="Google Shape;365;p5"/>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366" name="Google Shape;366;p5"/>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367" name="Google Shape;367;p5"/>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368" name="Google Shape;368;p5"/>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369" name="Google Shape;369;p5"/>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370" name="Google Shape;370;p5"/>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371" name="Google Shape;371;p5"/>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372" name="Google Shape;372;p5"/>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373" name="Google Shape;373;p5"/>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374" name="Google Shape;374;p5"/>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375" name="Google Shape;375;p5"/>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376" name="Google Shape;376;p5"/>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377" name="Google Shape;377;p5"/>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378" name="Google Shape;378;p5"/>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379" name="Google Shape;379;p5"/>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380" name="Google Shape;380;p5"/>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381" name="Google Shape;381;p5"/>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382" name="Google Shape;382;p5"/>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383" name="Google Shape;383;p5"/>
            <p:cNvGrpSpPr/>
            <p:nvPr/>
          </p:nvGrpSpPr>
          <p:grpSpPr>
            <a:xfrm>
              <a:off x="-376736" y="4400186"/>
              <a:ext cx="283685" cy="283685"/>
              <a:chOff x="-510741" y="5913713"/>
              <a:chExt cx="267555" cy="267555"/>
            </a:xfrm>
          </p:grpSpPr>
          <p:sp>
            <p:nvSpPr>
              <p:cNvPr id="384" name="Google Shape;384;p5"/>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385" name="Google Shape;385;p5"/>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386" name="Google Shape;386;p5"/>
            <p:cNvGrpSpPr/>
            <p:nvPr/>
          </p:nvGrpSpPr>
          <p:grpSpPr>
            <a:xfrm>
              <a:off x="-3605171" y="458674"/>
              <a:ext cx="3234311" cy="558875"/>
              <a:chOff x="-3605171" y="458674"/>
              <a:chExt cx="3234311" cy="558875"/>
            </a:xfrm>
          </p:grpSpPr>
          <p:sp>
            <p:nvSpPr>
              <p:cNvPr id="387" name="Google Shape;387;p5"/>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388" name="Google Shape;388;p5"/>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389" name="Google Shape;389;p5"/>
              <p:cNvGrpSpPr/>
              <p:nvPr/>
            </p:nvGrpSpPr>
            <p:grpSpPr>
              <a:xfrm>
                <a:off x="-3386247" y="830871"/>
                <a:ext cx="139423" cy="109566"/>
                <a:chOff x="-2866744" y="827071"/>
                <a:chExt cx="168701" cy="132575"/>
              </a:xfrm>
            </p:grpSpPr>
            <p:grpSp>
              <p:nvGrpSpPr>
                <p:cNvPr id="390" name="Google Shape;390;p5"/>
                <p:cNvGrpSpPr/>
                <p:nvPr/>
              </p:nvGrpSpPr>
              <p:grpSpPr>
                <a:xfrm>
                  <a:off x="-2866744" y="827071"/>
                  <a:ext cx="168701" cy="132575"/>
                  <a:chOff x="-2866744" y="827071"/>
                  <a:chExt cx="168701" cy="132575"/>
                </a:xfrm>
              </p:grpSpPr>
              <p:cxnSp>
                <p:nvCxnSpPr>
                  <p:cNvPr id="391" name="Google Shape;391;p5"/>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92" name="Google Shape;392;p5"/>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93" name="Google Shape;393;p5"/>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94" name="Google Shape;394;p5"/>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395" name="Google Shape;395;p5"/>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396" name="Google Shape;396;p5"/>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397" name="Google Shape;397;p5"/>
              <p:cNvGrpSpPr/>
              <p:nvPr/>
            </p:nvGrpSpPr>
            <p:grpSpPr>
              <a:xfrm>
                <a:off x="-3605171" y="830871"/>
                <a:ext cx="139423" cy="109566"/>
                <a:chOff x="-2866744" y="518074"/>
                <a:chExt cx="168701" cy="132575"/>
              </a:xfrm>
            </p:grpSpPr>
            <p:grpSp>
              <p:nvGrpSpPr>
                <p:cNvPr id="398" name="Google Shape;398;p5"/>
                <p:cNvGrpSpPr/>
                <p:nvPr/>
              </p:nvGrpSpPr>
              <p:grpSpPr>
                <a:xfrm>
                  <a:off x="-2866744" y="518074"/>
                  <a:ext cx="168701" cy="132575"/>
                  <a:chOff x="-2866744" y="518074"/>
                  <a:chExt cx="168701" cy="132575"/>
                </a:xfrm>
              </p:grpSpPr>
              <p:cxnSp>
                <p:nvCxnSpPr>
                  <p:cNvPr id="399" name="Google Shape;399;p5"/>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00" name="Google Shape;400;p5"/>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01" name="Google Shape;401;p5"/>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02" name="Google Shape;402;p5"/>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03" name="Google Shape;403;p5"/>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404" name="Google Shape;404;p5"/>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405" name="Google Shape;405;p5"/>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406" name="Google Shape;406;p5"/>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407" name="Google Shape;407;p5"/>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408" name="Google Shape;408;p5"/>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409" name="Google Shape;409;p5"/>
              <p:cNvGrpSpPr/>
              <p:nvPr/>
            </p:nvGrpSpPr>
            <p:grpSpPr>
              <a:xfrm>
                <a:off x="-2916763" y="769168"/>
                <a:ext cx="268738" cy="248381"/>
                <a:chOff x="-2916763" y="769168"/>
                <a:chExt cx="268738" cy="248381"/>
              </a:xfrm>
            </p:grpSpPr>
            <p:sp>
              <p:nvSpPr>
                <p:cNvPr id="410" name="Google Shape;410;p5"/>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411" name="Google Shape;411;p5"/>
                <p:cNvGrpSpPr/>
                <p:nvPr/>
              </p:nvGrpSpPr>
              <p:grpSpPr>
                <a:xfrm>
                  <a:off x="-2866744" y="827071"/>
                  <a:ext cx="168701" cy="132575"/>
                  <a:chOff x="-2866744" y="827071"/>
                  <a:chExt cx="168701" cy="132575"/>
                </a:xfrm>
              </p:grpSpPr>
              <p:cxnSp>
                <p:nvCxnSpPr>
                  <p:cNvPr id="412" name="Google Shape;412;p5"/>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13" name="Google Shape;413;p5"/>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14" name="Google Shape;414;p5"/>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15" name="Google Shape;415;p5"/>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16" name="Google Shape;416;p5"/>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417" name="Google Shape;417;p5"/>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418" name="Google Shape;418;p5"/>
              <p:cNvGrpSpPr/>
              <p:nvPr/>
            </p:nvGrpSpPr>
            <p:grpSpPr>
              <a:xfrm>
                <a:off x="-2916763" y="460171"/>
                <a:ext cx="268738" cy="248381"/>
                <a:chOff x="-2916763" y="460171"/>
                <a:chExt cx="268738" cy="248381"/>
              </a:xfrm>
            </p:grpSpPr>
            <p:sp>
              <p:nvSpPr>
                <p:cNvPr id="419" name="Google Shape;419;p5"/>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420" name="Google Shape;420;p5"/>
                <p:cNvGrpSpPr/>
                <p:nvPr/>
              </p:nvGrpSpPr>
              <p:grpSpPr>
                <a:xfrm>
                  <a:off x="-2866744" y="518074"/>
                  <a:ext cx="168701" cy="132575"/>
                  <a:chOff x="-2866744" y="518074"/>
                  <a:chExt cx="168701" cy="132575"/>
                </a:xfrm>
              </p:grpSpPr>
              <p:cxnSp>
                <p:nvCxnSpPr>
                  <p:cNvPr id="421" name="Google Shape;421;p5"/>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22" name="Google Shape;422;p5"/>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23" name="Google Shape;423;p5"/>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24" name="Google Shape;424;p5"/>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425" name="Google Shape;425;p5"/>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426" name="Google Shape;426;p5"/>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427" name="Google Shape;427;p5"/>
          <p:cNvGrpSpPr/>
          <p:nvPr/>
        </p:nvGrpSpPr>
        <p:grpSpPr>
          <a:xfrm>
            <a:off x="12377595" y="0"/>
            <a:ext cx="3693386" cy="5270646"/>
            <a:chOff x="-3786437" y="0"/>
            <a:chExt cx="3693386" cy="5270646"/>
          </a:xfrm>
        </p:grpSpPr>
        <p:sp>
          <p:nvSpPr>
            <p:cNvPr id="428" name="Google Shape;428;p5"/>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429" name="Google Shape;429;p5"/>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430" name="Google Shape;430;p5"/>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431" name="Google Shape;431;p5"/>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432" name="Google Shape;432;p5"/>
            <p:cNvGrpSpPr/>
            <p:nvPr/>
          </p:nvGrpSpPr>
          <p:grpSpPr>
            <a:xfrm>
              <a:off x="-3316179" y="1231351"/>
              <a:ext cx="294789" cy="346676"/>
              <a:chOff x="14466489" y="1001522"/>
              <a:chExt cx="290627" cy="341782"/>
            </a:xfrm>
          </p:grpSpPr>
          <p:sp>
            <p:nvSpPr>
              <p:cNvPr id="433" name="Google Shape;433;p5"/>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434" name="Google Shape;434;p5"/>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435" name="Google Shape;435;p5"/>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436" name="Google Shape;436;p5"/>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437" name="Google Shape;437;p5"/>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438" name="Google Shape;438;p5"/>
              <p:cNvCxnSpPr>
                <a:stCxn id="436"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439" name="Google Shape;439;p5"/>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440" name="Google Shape;440;p5"/>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441" name="Google Shape;441;p5"/>
            <p:cNvGrpSpPr/>
            <p:nvPr/>
          </p:nvGrpSpPr>
          <p:grpSpPr>
            <a:xfrm>
              <a:off x="-3311319" y="2164285"/>
              <a:ext cx="825500" cy="209550"/>
              <a:chOff x="13504624" y="2482850"/>
              <a:chExt cx="825500" cy="209550"/>
            </a:xfrm>
          </p:grpSpPr>
          <p:sp>
            <p:nvSpPr>
              <p:cNvPr id="442" name="Google Shape;442;p5"/>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443" name="Google Shape;443;p5"/>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444" name="Google Shape;444;p5"/>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445" name="Google Shape;445;p5"/>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446" name="Google Shape;446;p5"/>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447" name="Google Shape;447;p5"/>
            <p:cNvGrpSpPr/>
            <p:nvPr/>
          </p:nvGrpSpPr>
          <p:grpSpPr>
            <a:xfrm>
              <a:off x="-3408294" y="3643742"/>
              <a:ext cx="622283" cy="612920"/>
              <a:chOff x="12617641" y="3403239"/>
              <a:chExt cx="752963" cy="741634"/>
            </a:xfrm>
          </p:grpSpPr>
          <p:grpSp>
            <p:nvGrpSpPr>
              <p:cNvPr id="448" name="Google Shape;448;p5"/>
              <p:cNvGrpSpPr/>
              <p:nvPr/>
            </p:nvGrpSpPr>
            <p:grpSpPr>
              <a:xfrm>
                <a:off x="12771530" y="3403239"/>
                <a:ext cx="467176" cy="448491"/>
                <a:chOff x="12782157" y="3403239"/>
                <a:chExt cx="467176" cy="448491"/>
              </a:xfrm>
            </p:grpSpPr>
            <p:grpSp>
              <p:nvGrpSpPr>
                <p:cNvPr id="449" name="Google Shape;449;p5"/>
                <p:cNvGrpSpPr/>
                <p:nvPr/>
              </p:nvGrpSpPr>
              <p:grpSpPr>
                <a:xfrm>
                  <a:off x="12782157" y="3403239"/>
                  <a:ext cx="412976" cy="396132"/>
                  <a:chOff x="13554906" y="3320109"/>
                  <a:chExt cx="443917" cy="425811"/>
                </a:xfrm>
              </p:grpSpPr>
              <p:grpSp>
                <p:nvGrpSpPr>
                  <p:cNvPr id="450" name="Google Shape;450;p5"/>
                  <p:cNvGrpSpPr/>
                  <p:nvPr/>
                </p:nvGrpSpPr>
                <p:grpSpPr>
                  <a:xfrm>
                    <a:off x="13554906" y="3320109"/>
                    <a:ext cx="443917" cy="425811"/>
                    <a:chOff x="12909684" y="1276143"/>
                    <a:chExt cx="443917" cy="425811"/>
                  </a:xfrm>
                </p:grpSpPr>
                <p:sp>
                  <p:nvSpPr>
                    <p:cNvPr id="451" name="Google Shape;451;p5"/>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452" name="Google Shape;452;p5"/>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453" name="Google Shape;453;p5"/>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454" name="Google Shape;454;p5"/>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455" name="Google Shape;455;p5"/>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456" name="Google Shape;456;p5"/>
                <p:cNvGrpSpPr/>
                <p:nvPr/>
              </p:nvGrpSpPr>
              <p:grpSpPr>
                <a:xfrm>
                  <a:off x="13103513" y="3705268"/>
                  <a:ext cx="145820" cy="146462"/>
                  <a:chOff x="13096169" y="3602278"/>
                  <a:chExt cx="145820" cy="146462"/>
                </a:xfrm>
              </p:grpSpPr>
              <p:sp>
                <p:nvSpPr>
                  <p:cNvPr id="457" name="Google Shape;457;p5"/>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458" name="Google Shape;458;p5"/>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459" name="Google Shape;459;p5"/>
                <p:cNvGrpSpPr/>
                <p:nvPr/>
              </p:nvGrpSpPr>
              <p:grpSpPr>
                <a:xfrm rot="10800000">
                  <a:off x="13061402" y="3665637"/>
                  <a:ext cx="145820" cy="146462"/>
                  <a:chOff x="13096169" y="3602278"/>
                  <a:chExt cx="145820" cy="146462"/>
                </a:xfrm>
              </p:grpSpPr>
              <p:sp>
                <p:nvSpPr>
                  <p:cNvPr id="460" name="Google Shape;460;p5"/>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461" name="Google Shape;461;p5"/>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462" name="Google Shape;462;p5"/>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463" name="Google Shape;463;p5"/>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464" name="Google Shape;464;p5"/>
            <p:cNvGrpSpPr/>
            <p:nvPr/>
          </p:nvGrpSpPr>
          <p:grpSpPr>
            <a:xfrm>
              <a:off x="-376736" y="4271597"/>
              <a:ext cx="283685" cy="283685"/>
              <a:chOff x="-510741" y="5913713"/>
              <a:chExt cx="267555" cy="267555"/>
            </a:xfrm>
          </p:grpSpPr>
          <p:sp>
            <p:nvSpPr>
              <p:cNvPr id="465" name="Google Shape;465;p5"/>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466" name="Google Shape;466;p5"/>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467" name="Google Shape;467;p5"/>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5"/>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Tekst 50% Afbeelding">
  <p:cSld name="50% Tekst 50% Afbeelding">
    <p:spTree>
      <p:nvGrpSpPr>
        <p:cNvPr id="469" name="Shape 469"/>
        <p:cNvGrpSpPr/>
        <p:nvPr/>
      </p:nvGrpSpPr>
      <p:grpSpPr>
        <a:xfrm>
          <a:off x="0" y="0"/>
          <a:ext cx="0" cy="0"/>
          <a:chOff x="0" y="0"/>
          <a:chExt cx="0" cy="0"/>
        </a:xfrm>
      </p:grpSpPr>
      <p:sp>
        <p:nvSpPr>
          <p:cNvPr id="470" name="Google Shape;470;p6"/>
          <p:cNvSpPr txBox="1"/>
          <p:nvPr>
            <p:ph type="title"/>
          </p:nvPr>
        </p:nvSpPr>
        <p:spPr>
          <a:xfrm>
            <a:off x="514800" y="1655340"/>
            <a:ext cx="5047200" cy="154713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BC0031"/>
              </a:buClr>
              <a:buSzPts val="4400"/>
              <a:buFont typeface="Times New Roman"/>
              <a:buNone/>
              <a:defRPr b="1">
                <a:solidFill>
                  <a:srgbClr val="BC003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1" name="Google Shape;471;p6"/>
          <p:cNvSpPr txBox="1"/>
          <p:nvPr>
            <p:ph idx="1" type="body"/>
          </p:nvPr>
        </p:nvSpPr>
        <p:spPr>
          <a:xfrm>
            <a:off x="514800" y="3697200"/>
            <a:ext cx="5047200" cy="1767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600"/>
              </a:spcBef>
              <a:spcAft>
                <a:spcPts val="0"/>
              </a:spcAft>
              <a:buClr>
                <a:schemeClr val="dk1"/>
              </a:buClr>
              <a:buSzPts val="2000"/>
              <a:buNone/>
              <a:defRPr sz="2000"/>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2000"/>
              <a:buNone/>
              <a:defRPr sz="2000"/>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472" name="Google Shape;472;p6"/>
          <p:cNvSpPr/>
          <p:nvPr>
            <p:ph idx="2" type="pic"/>
          </p:nvPr>
        </p:nvSpPr>
        <p:spPr>
          <a:xfrm>
            <a:off x="6094800" y="0"/>
            <a:ext cx="6094800" cy="6858000"/>
          </a:xfrm>
          <a:prstGeom prst="rect">
            <a:avLst/>
          </a:prstGeom>
          <a:noFill/>
          <a:ln>
            <a:noFill/>
          </a:ln>
        </p:spPr>
      </p:sp>
      <p:grpSp>
        <p:nvGrpSpPr>
          <p:cNvPr id="473" name="Google Shape;473;p6"/>
          <p:cNvGrpSpPr/>
          <p:nvPr/>
        </p:nvGrpSpPr>
        <p:grpSpPr>
          <a:xfrm>
            <a:off x="-3786437" y="0"/>
            <a:ext cx="3693386" cy="5359349"/>
            <a:chOff x="-3786437" y="0"/>
            <a:chExt cx="3693386" cy="5359349"/>
          </a:xfrm>
        </p:grpSpPr>
        <p:sp>
          <p:nvSpPr>
            <p:cNvPr id="474" name="Google Shape;474;p6"/>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475" name="Google Shape;475;p6"/>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476" name="Google Shape;476;p6"/>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477" name="Google Shape;477;p6"/>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478" name="Google Shape;478;p6"/>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479" name="Google Shape;479;p6"/>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480" name="Google Shape;480;p6"/>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481" name="Google Shape;481;p6"/>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482" name="Google Shape;482;p6"/>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483" name="Google Shape;483;p6"/>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484" name="Google Shape;484;p6"/>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485" name="Google Shape;485;p6"/>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486" name="Google Shape;486;p6"/>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487" name="Google Shape;487;p6"/>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488" name="Google Shape;488;p6"/>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489" name="Google Shape;489;p6"/>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490" name="Google Shape;490;p6"/>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491" name="Google Shape;491;p6"/>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492" name="Google Shape;492;p6"/>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493" name="Google Shape;493;p6"/>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494" name="Google Shape;494;p6"/>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495" name="Google Shape;495;p6"/>
            <p:cNvGrpSpPr/>
            <p:nvPr/>
          </p:nvGrpSpPr>
          <p:grpSpPr>
            <a:xfrm>
              <a:off x="-376736" y="4400186"/>
              <a:ext cx="283685" cy="283685"/>
              <a:chOff x="-510741" y="5913713"/>
              <a:chExt cx="267555" cy="267555"/>
            </a:xfrm>
          </p:grpSpPr>
          <p:sp>
            <p:nvSpPr>
              <p:cNvPr id="496" name="Google Shape;496;p6"/>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497" name="Google Shape;497;p6"/>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498" name="Google Shape;498;p6"/>
            <p:cNvGrpSpPr/>
            <p:nvPr/>
          </p:nvGrpSpPr>
          <p:grpSpPr>
            <a:xfrm>
              <a:off x="-3605171" y="458674"/>
              <a:ext cx="3234311" cy="558875"/>
              <a:chOff x="-3605171" y="458674"/>
              <a:chExt cx="3234311" cy="558875"/>
            </a:xfrm>
          </p:grpSpPr>
          <p:sp>
            <p:nvSpPr>
              <p:cNvPr id="499" name="Google Shape;499;p6"/>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500" name="Google Shape;500;p6"/>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501" name="Google Shape;501;p6"/>
              <p:cNvGrpSpPr/>
              <p:nvPr/>
            </p:nvGrpSpPr>
            <p:grpSpPr>
              <a:xfrm>
                <a:off x="-3386247" y="830871"/>
                <a:ext cx="139423" cy="109566"/>
                <a:chOff x="-2866744" y="827071"/>
                <a:chExt cx="168701" cy="132575"/>
              </a:xfrm>
            </p:grpSpPr>
            <p:grpSp>
              <p:nvGrpSpPr>
                <p:cNvPr id="502" name="Google Shape;502;p6"/>
                <p:cNvGrpSpPr/>
                <p:nvPr/>
              </p:nvGrpSpPr>
              <p:grpSpPr>
                <a:xfrm>
                  <a:off x="-2866744" y="827071"/>
                  <a:ext cx="168701" cy="132575"/>
                  <a:chOff x="-2866744" y="827071"/>
                  <a:chExt cx="168701" cy="132575"/>
                </a:xfrm>
              </p:grpSpPr>
              <p:cxnSp>
                <p:nvCxnSpPr>
                  <p:cNvPr id="503" name="Google Shape;503;p6"/>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04" name="Google Shape;504;p6"/>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05" name="Google Shape;505;p6"/>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06" name="Google Shape;506;p6"/>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07" name="Google Shape;507;p6"/>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508" name="Google Shape;508;p6"/>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509" name="Google Shape;509;p6"/>
              <p:cNvGrpSpPr/>
              <p:nvPr/>
            </p:nvGrpSpPr>
            <p:grpSpPr>
              <a:xfrm>
                <a:off x="-3605171" y="830871"/>
                <a:ext cx="139423" cy="109566"/>
                <a:chOff x="-2866744" y="518074"/>
                <a:chExt cx="168701" cy="132575"/>
              </a:xfrm>
            </p:grpSpPr>
            <p:grpSp>
              <p:nvGrpSpPr>
                <p:cNvPr id="510" name="Google Shape;510;p6"/>
                <p:cNvGrpSpPr/>
                <p:nvPr/>
              </p:nvGrpSpPr>
              <p:grpSpPr>
                <a:xfrm>
                  <a:off x="-2866744" y="518074"/>
                  <a:ext cx="168701" cy="132575"/>
                  <a:chOff x="-2866744" y="518074"/>
                  <a:chExt cx="168701" cy="132575"/>
                </a:xfrm>
              </p:grpSpPr>
              <p:cxnSp>
                <p:nvCxnSpPr>
                  <p:cNvPr id="511" name="Google Shape;511;p6"/>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12" name="Google Shape;512;p6"/>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13" name="Google Shape;513;p6"/>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14" name="Google Shape;514;p6"/>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15" name="Google Shape;515;p6"/>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516" name="Google Shape;516;p6"/>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517" name="Google Shape;517;p6"/>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518" name="Google Shape;518;p6"/>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519" name="Google Shape;519;p6"/>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520" name="Google Shape;520;p6"/>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521" name="Google Shape;521;p6"/>
              <p:cNvGrpSpPr/>
              <p:nvPr/>
            </p:nvGrpSpPr>
            <p:grpSpPr>
              <a:xfrm>
                <a:off x="-2916763" y="769168"/>
                <a:ext cx="268738" cy="248381"/>
                <a:chOff x="-2916763" y="769168"/>
                <a:chExt cx="268738" cy="248381"/>
              </a:xfrm>
            </p:grpSpPr>
            <p:sp>
              <p:nvSpPr>
                <p:cNvPr id="522" name="Google Shape;522;p6"/>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523" name="Google Shape;523;p6"/>
                <p:cNvGrpSpPr/>
                <p:nvPr/>
              </p:nvGrpSpPr>
              <p:grpSpPr>
                <a:xfrm>
                  <a:off x="-2866744" y="827071"/>
                  <a:ext cx="168701" cy="132575"/>
                  <a:chOff x="-2866744" y="827071"/>
                  <a:chExt cx="168701" cy="132575"/>
                </a:xfrm>
              </p:grpSpPr>
              <p:cxnSp>
                <p:nvCxnSpPr>
                  <p:cNvPr id="524" name="Google Shape;524;p6"/>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25" name="Google Shape;525;p6"/>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26" name="Google Shape;526;p6"/>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27" name="Google Shape;527;p6"/>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28" name="Google Shape;528;p6"/>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529" name="Google Shape;529;p6"/>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530" name="Google Shape;530;p6"/>
              <p:cNvGrpSpPr/>
              <p:nvPr/>
            </p:nvGrpSpPr>
            <p:grpSpPr>
              <a:xfrm>
                <a:off x="-2916763" y="460171"/>
                <a:ext cx="268738" cy="248381"/>
                <a:chOff x="-2916763" y="460171"/>
                <a:chExt cx="268738" cy="248381"/>
              </a:xfrm>
            </p:grpSpPr>
            <p:sp>
              <p:nvSpPr>
                <p:cNvPr id="531" name="Google Shape;531;p6"/>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532" name="Google Shape;532;p6"/>
                <p:cNvGrpSpPr/>
                <p:nvPr/>
              </p:nvGrpSpPr>
              <p:grpSpPr>
                <a:xfrm>
                  <a:off x="-2866744" y="518074"/>
                  <a:ext cx="168701" cy="132575"/>
                  <a:chOff x="-2866744" y="518074"/>
                  <a:chExt cx="168701" cy="132575"/>
                </a:xfrm>
              </p:grpSpPr>
              <p:cxnSp>
                <p:nvCxnSpPr>
                  <p:cNvPr id="533" name="Google Shape;533;p6"/>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34" name="Google Shape;534;p6"/>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35" name="Google Shape;535;p6"/>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36" name="Google Shape;536;p6"/>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537" name="Google Shape;537;p6"/>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538" name="Google Shape;538;p6"/>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539" name="Google Shape;539;p6"/>
          <p:cNvGrpSpPr/>
          <p:nvPr/>
        </p:nvGrpSpPr>
        <p:grpSpPr>
          <a:xfrm>
            <a:off x="12377595" y="0"/>
            <a:ext cx="3693386" cy="5270646"/>
            <a:chOff x="-3786437" y="0"/>
            <a:chExt cx="3693386" cy="5270646"/>
          </a:xfrm>
        </p:grpSpPr>
        <p:sp>
          <p:nvSpPr>
            <p:cNvPr id="540" name="Google Shape;540;p6"/>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541" name="Google Shape;541;p6"/>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542" name="Google Shape;542;p6"/>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543" name="Google Shape;543;p6"/>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544" name="Google Shape;544;p6"/>
            <p:cNvGrpSpPr/>
            <p:nvPr/>
          </p:nvGrpSpPr>
          <p:grpSpPr>
            <a:xfrm>
              <a:off x="-3316179" y="1231351"/>
              <a:ext cx="294789" cy="346676"/>
              <a:chOff x="14466489" y="1001522"/>
              <a:chExt cx="290627" cy="341782"/>
            </a:xfrm>
          </p:grpSpPr>
          <p:sp>
            <p:nvSpPr>
              <p:cNvPr id="545" name="Google Shape;545;p6"/>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546" name="Google Shape;546;p6"/>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547" name="Google Shape;547;p6"/>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548" name="Google Shape;548;p6"/>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549" name="Google Shape;549;p6"/>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550" name="Google Shape;550;p6"/>
              <p:cNvCxnSpPr>
                <a:stCxn id="548"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551" name="Google Shape;551;p6"/>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552" name="Google Shape;552;p6"/>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553" name="Google Shape;553;p6"/>
            <p:cNvGrpSpPr/>
            <p:nvPr/>
          </p:nvGrpSpPr>
          <p:grpSpPr>
            <a:xfrm>
              <a:off x="-3311319" y="2164285"/>
              <a:ext cx="825500" cy="209550"/>
              <a:chOff x="13504624" y="2482850"/>
              <a:chExt cx="825500" cy="209550"/>
            </a:xfrm>
          </p:grpSpPr>
          <p:sp>
            <p:nvSpPr>
              <p:cNvPr id="554" name="Google Shape;554;p6"/>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555" name="Google Shape;555;p6"/>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556" name="Google Shape;556;p6"/>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557" name="Google Shape;557;p6"/>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558" name="Google Shape;558;p6"/>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559" name="Google Shape;559;p6"/>
            <p:cNvGrpSpPr/>
            <p:nvPr/>
          </p:nvGrpSpPr>
          <p:grpSpPr>
            <a:xfrm>
              <a:off x="-3408294" y="3643742"/>
              <a:ext cx="622283" cy="612920"/>
              <a:chOff x="12617641" y="3403239"/>
              <a:chExt cx="752963" cy="741634"/>
            </a:xfrm>
          </p:grpSpPr>
          <p:grpSp>
            <p:nvGrpSpPr>
              <p:cNvPr id="560" name="Google Shape;560;p6"/>
              <p:cNvGrpSpPr/>
              <p:nvPr/>
            </p:nvGrpSpPr>
            <p:grpSpPr>
              <a:xfrm>
                <a:off x="12771530" y="3403239"/>
                <a:ext cx="467176" cy="448491"/>
                <a:chOff x="12782157" y="3403239"/>
                <a:chExt cx="467176" cy="448491"/>
              </a:xfrm>
            </p:grpSpPr>
            <p:grpSp>
              <p:nvGrpSpPr>
                <p:cNvPr id="561" name="Google Shape;561;p6"/>
                <p:cNvGrpSpPr/>
                <p:nvPr/>
              </p:nvGrpSpPr>
              <p:grpSpPr>
                <a:xfrm>
                  <a:off x="12782157" y="3403239"/>
                  <a:ext cx="412976" cy="396132"/>
                  <a:chOff x="13554906" y="3320109"/>
                  <a:chExt cx="443917" cy="425811"/>
                </a:xfrm>
              </p:grpSpPr>
              <p:grpSp>
                <p:nvGrpSpPr>
                  <p:cNvPr id="562" name="Google Shape;562;p6"/>
                  <p:cNvGrpSpPr/>
                  <p:nvPr/>
                </p:nvGrpSpPr>
                <p:grpSpPr>
                  <a:xfrm>
                    <a:off x="13554906" y="3320109"/>
                    <a:ext cx="443917" cy="425811"/>
                    <a:chOff x="12909684" y="1276143"/>
                    <a:chExt cx="443917" cy="425811"/>
                  </a:xfrm>
                </p:grpSpPr>
                <p:sp>
                  <p:nvSpPr>
                    <p:cNvPr id="563" name="Google Shape;563;p6"/>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564" name="Google Shape;564;p6"/>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565" name="Google Shape;565;p6"/>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566" name="Google Shape;566;p6"/>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567" name="Google Shape;567;p6"/>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568" name="Google Shape;568;p6"/>
                <p:cNvGrpSpPr/>
                <p:nvPr/>
              </p:nvGrpSpPr>
              <p:grpSpPr>
                <a:xfrm>
                  <a:off x="13103513" y="3705268"/>
                  <a:ext cx="145820" cy="146462"/>
                  <a:chOff x="13096169" y="3602278"/>
                  <a:chExt cx="145820" cy="146462"/>
                </a:xfrm>
              </p:grpSpPr>
              <p:sp>
                <p:nvSpPr>
                  <p:cNvPr id="569" name="Google Shape;569;p6"/>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570" name="Google Shape;570;p6"/>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571" name="Google Shape;571;p6"/>
                <p:cNvGrpSpPr/>
                <p:nvPr/>
              </p:nvGrpSpPr>
              <p:grpSpPr>
                <a:xfrm rot="10800000">
                  <a:off x="13061402" y="3665637"/>
                  <a:ext cx="145820" cy="146462"/>
                  <a:chOff x="13096169" y="3602278"/>
                  <a:chExt cx="145820" cy="146462"/>
                </a:xfrm>
              </p:grpSpPr>
              <p:sp>
                <p:nvSpPr>
                  <p:cNvPr id="572" name="Google Shape;572;p6"/>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573" name="Google Shape;573;p6"/>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574" name="Google Shape;574;p6"/>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575" name="Google Shape;575;p6"/>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576" name="Google Shape;576;p6"/>
            <p:cNvGrpSpPr/>
            <p:nvPr/>
          </p:nvGrpSpPr>
          <p:grpSpPr>
            <a:xfrm>
              <a:off x="-376736" y="4271597"/>
              <a:ext cx="283685" cy="283685"/>
              <a:chOff x="-510741" y="5913713"/>
              <a:chExt cx="267555" cy="267555"/>
            </a:xfrm>
          </p:grpSpPr>
          <p:sp>
            <p:nvSpPr>
              <p:cNvPr id="577" name="Google Shape;577;p6"/>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578" name="Google Shape;578;p6"/>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579" name="Google Shape;579;p6"/>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0" name="Google Shape;580;p6"/>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 + Afbeelding (M)">
  <p:cSld name="Tekst + Afbeelding (M)">
    <p:spTree>
      <p:nvGrpSpPr>
        <p:cNvPr id="581" name="Shape 581"/>
        <p:cNvGrpSpPr/>
        <p:nvPr/>
      </p:nvGrpSpPr>
      <p:grpSpPr>
        <a:xfrm>
          <a:off x="0" y="0"/>
          <a:ext cx="0" cy="0"/>
          <a:chOff x="0" y="0"/>
          <a:chExt cx="0" cy="0"/>
        </a:xfrm>
      </p:grpSpPr>
      <p:sp>
        <p:nvSpPr>
          <p:cNvPr id="582" name="Google Shape;582;p7"/>
          <p:cNvSpPr/>
          <p:nvPr/>
        </p:nvSpPr>
        <p:spPr>
          <a:xfrm>
            <a:off x="7162800" y="2060848"/>
            <a:ext cx="4514400" cy="38664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583" name="Google Shape;583;p7"/>
          <p:cNvSpPr/>
          <p:nvPr>
            <p:ph idx="2" type="pic"/>
          </p:nvPr>
        </p:nvSpPr>
        <p:spPr>
          <a:xfrm>
            <a:off x="6235200" y="1065600"/>
            <a:ext cx="4514400" cy="3866400"/>
          </a:xfrm>
          <a:prstGeom prst="rect">
            <a:avLst/>
          </a:prstGeom>
          <a:noFill/>
          <a:ln>
            <a:noFill/>
          </a:ln>
        </p:spPr>
      </p:sp>
      <p:sp>
        <p:nvSpPr>
          <p:cNvPr descr="{&quot;templafy&quot;:{&quot;id&quot;:&quot;d64acce5-8c4e-4af0-beff-8d0ff2465daf&quot;}}" id="584" name="Google Shape;584;p7" title="Form.Date"/>
          <p:cNvSpPr/>
          <p:nvPr/>
        </p:nvSpPr>
        <p:spPr>
          <a:xfrm>
            <a:off x="9694800" y="6346800"/>
            <a:ext cx="1238400" cy="151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nl-NL" sz="1000">
                <a:solidFill>
                  <a:srgbClr val="7F7F7F"/>
                </a:solidFill>
                <a:latin typeface="Times New Roman"/>
                <a:ea typeface="Times New Roman"/>
                <a:cs typeface="Times New Roman"/>
                <a:sym typeface="Times New Roman"/>
              </a:rPr>
              <a:t>30</a:t>
            </a:r>
            <a:r>
              <a:rPr lang="nl-NL" sz="1000">
                <a:solidFill>
                  <a:srgbClr val="7F7F7F"/>
                </a:solidFill>
                <a:latin typeface="Times New Roman"/>
                <a:ea typeface="Times New Roman"/>
                <a:cs typeface="Times New Roman"/>
                <a:sym typeface="Times New Roman"/>
              </a:rPr>
              <a:t> januari 2026</a:t>
            </a:r>
            <a:endParaRPr sz="1000">
              <a:solidFill>
                <a:srgbClr val="7F7F7F"/>
              </a:solidFill>
              <a:latin typeface="Times New Roman"/>
              <a:ea typeface="Times New Roman"/>
              <a:cs typeface="Times New Roman"/>
              <a:sym typeface="Times New Roman"/>
            </a:endParaRPr>
          </a:p>
        </p:txBody>
      </p:sp>
      <p:sp>
        <p:nvSpPr>
          <p:cNvPr id="585" name="Google Shape;585;p7"/>
          <p:cNvSpPr txBox="1"/>
          <p:nvPr>
            <p:ph type="title"/>
          </p:nvPr>
        </p:nvSpPr>
        <p:spPr>
          <a:xfrm>
            <a:off x="514800" y="1655340"/>
            <a:ext cx="5047200" cy="154713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BC0031"/>
              </a:buClr>
              <a:buSzPts val="4400"/>
              <a:buFont typeface="Times New Roman"/>
              <a:buNone/>
              <a:defRPr b="1">
                <a:solidFill>
                  <a:srgbClr val="BC003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86" name="Google Shape;586;p7"/>
          <p:cNvGrpSpPr/>
          <p:nvPr/>
        </p:nvGrpSpPr>
        <p:grpSpPr>
          <a:xfrm>
            <a:off x="-3786437" y="0"/>
            <a:ext cx="3693386" cy="5359349"/>
            <a:chOff x="-3786437" y="0"/>
            <a:chExt cx="3693386" cy="5359349"/>
          </a:xfrm>
        </p:grpSpPr>
        <p:sp>
          <p:nvSpPr>
            <p:cNvPr id="587" name="Google Shape;587;p7"/>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588" name="Google Shape;588;p7"/>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589" name="Google Shape;589;p7"/>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590" name="Google Shape;590;p7"/>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591" name="Google Shape;591;p7"/>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592" name="Google Shape;592;p7"/>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593" name="Google Shape;593;p7"/>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594" name="Google Shape;594;p7"/>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595" name="Google Shape;595;p7"/>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596" name="Google Shape;596;p7"/>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597" name="Google Shape;597;p7"/>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598" name="Google Shape;598;p7"/>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599" name="Google Shape;599;p7"/>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600" name="Google Shape;600;p7"/>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601" name="Google Shape;601;p7"/>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602" name="Google Shape;602;p7"/>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603" name="Google Shape;603;p7"/>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604" name="Google Shape;604;p7"/>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605" name="Google Shape;605;p7"/>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606" name="Google Shape;606;p7"/>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607" name="Google Shape;607;p7"/>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608" name="Google Shape;608;p7"/>
            <p:cNvGrpSpPr/>
            <p:nvPr/>
          </p:nvGrpSpPr>
          <p:grpSpPr>
            <a:xfrm>
              <a:off x="-376736" y="4400186"/>
              <a:ext cx="283685" cy="283685"/>
              <a:chOff x="-510741" y="5913713"/>
              <a:chExt cx="267555" cy="267555"/>
            </a:xfrm>
          </p:grpSpPr>
          <p:sp>
            <p:nvSpPr>
              <p:cNvPr id="609" name="Google Shape;609;p7"/>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610" name="Google Shape;610;p7"/>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611" name="Google Shape;611;p7"/>
            <p:cNvGrpSpPr/>
            <p:nvPr/>
          </p:nvGrpSpPr>
          <p:grpSpPr>
            <a:xfrm>
              <a:off x="-3605171" y="458674"/>
              <a:ext cx="3234311" cy="558875"/>
              <a:chOff x="-3605171" y="458674"/>
              <a:chExt cx="3234311" cy="558875"/>
            </a:xfrm>
          </p:grpSpPr>
          <p:sp>
            <p:nvSpPr>
              <p:cNvPr id="612" name="Google Shape;612;p7"/>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613" name="Google Shape;613;p7"/>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614" name="Google Shape;614;p7"/>
              <p:cNvGrpSpPr/>
              <p:nvPr/>
            </p:nvGrpSpPr>
            <p:grpSpPr>
              <a:xfrm>
                <a:off x="-3386247" y="830871"/>
                <a:ext cx="139423" cy="109566"/>
                <a:chOff x="-2866744" y="827071"/>
                <a:chExt cx="168701" cy="132575"/>
              </a:xfrm>
            </p:grpSpPr>
            <p:grpSp>
              <p:nvGrpSpPr>
                <p:cNvPr id="615" name="Google Shape;615;p7"/>
                <p:cNvGrpSpPr/>
                <p:nvPr/>
              </p:nvGrpSpPr>
              <p:grpSpPr>
                <a:xfrm>
                  <a:off x="-2866744" y="827071"/>
                  <a:ext cx="168701" cy="132575"/>
                  <a:chOff x="-2866744" y="827071"/>
                  <a:chExt cx="168701" cy="132575"/>
                </a:xfrm>
              </p:grpSpPr>
              <p:cxnSp>
                <p:nvCxnSpPr>
                  <p:cNvPr id="616" name="Google Shape;616;p7"/>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17" name="Google Shape;617;p7"/>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18" name="Google Shape;618;p7"/>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19" name="Google Shape;619;p7"/>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20" name="Google Shape;620;p7"/>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621" name="Google Shape;621;p7"/>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622" name="Google Shape;622;p7"/>
              <p:cNvGrpSpPr/>
              <p:nvPr/>
            </p:nvGrpSpPr>
            <p:grpSpPr>
              <a:xfrm>
                <a:off x="-3605171" y="830871"/>
                <a:ext cx="139423" cy="109566"/>
                <a:chOff x="-2866744" y="518074"/>
                <a:chExt cx="168701" cy="132575"/>
              </a:xfrm>
            </p:grpSpPr>
            <p:grpSp>
              <p:nvGrpSpPr>
                <p:cNvPr id="623" name="Google Shape;623;p7"/>
                <p:cNvGrpSpPr/>
                <p:nvPr/>
              </p:nvGrpSpPr>
              <p:grpSpPr>
                <a:xfrm>
                  <a:off x="-2866744" y="518074"/>
                  <a:ext cx="168701" cy="132575"/>
                  <a:chOff x="-2866744" y="518074"/>
                  <a:chExt cx="168701" cy="132575"/>
                </a:xfrm>
              </p:grpSpPr>
              <p:cxnSp>
                <p:nvCxnSpPr>
                  <p:cNvPr id="624" name="Google Shape;624;p7"/>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25" name="Google Shape;625;p7"/>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26" name="Google Shape;626;p7"/>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27" name="Google Shape;627;p7"/>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28" name="Google Shape;628;p7"/>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629" name="Google Shape;629;p7"/>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630" name="Google Shape;630;p7"/>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631" name="Google Shape;631;p7"/>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632" name="Google Shape;632;p7"/>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633" name="Google Shape;633;p7"/>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634" name="Google Shape;634;p7"/>
              <p:cNvGrpSpPr/>
              <p:nvPr/>
            </p:nvGrpSpPr>
            <p:grpSpPr>
              <a:xfrm>
                <a:off x="-2916763" y="769168"/>
                <a:ext cx="268738" cy="248381"/>
                <a:chOff x="-2916763" y="769168"/>
                <a:chExt cx="268738" cy="248381"/>
              </a:xfrm>
            </p:grpSpPr>
            <p:sp>
              <p:nvSpPr>
                <p:cNvPr id="635" name="Google Shape;635;p7"/>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636" name="Google Shape;636;p7"/>
                <p:cNvGrpSpPr/>
                <p:nvPr/>
              </p:nvGrpSpPr>
              <p:grpSpPr>
                <a:xfrm>
                  <a:off x="-2866744" y="827071"/>
                  <a:ext cx="168701" cy="132575"/>
                  <a:chOff x="-2866744" y="827071"/>
                  <a:chExt cx="168701" cy="132575"/>
                </a:xfrm>
              </p:grpSpPr>
              <p:cxnSp>
                <p:nvCxnSpPr>
                  <p:cNvPr id="637" name="Google Shape;637;p7"/>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38" name="Google Shape;638;p7"/>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39" name="Google Shape;639;p7"/>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40" name="Google Shape;640;p7"/>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41" name="Google Shape;641;p7"/>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642" name="Google Shape;642;p7"/>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643" name="Google Shape;643;p7"/>
              <p:cNvGrpSpPr/>
              <p:nvPr/>
            </p:nvGrpSpPr>
            <p:grpSpPr>
              <a:xfrm>
                <a:off x="-2916763" y="460171"/>
                <a:ext cx="268738" cy="248381"/>
                <a:chOff x="-2916763" y="460171"/>
                <a:chExt cx="268738" cy="248381"/>
              </a:xfrm>
            </p:grpSpPr>
            <p:sp>
              <p:nvSpPr>
                <p:cNvPr id="644" name="Google Shape;644;p7"/>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645" name="Google Shape;645;p7"/>
                <p:cNvGrpSpPr/>
                <p:nvPr/>
              </p:nvGrpSpPr>
              <p:grpSpPr>
                <a:xfrm>
                  <a:off x="-2866744" y="518074"/>
                  <a:ext cx="168701" cy="132575"/>
                  <a:chOff x="-2866744" y="518074"/>
                  <a:chExt cx="168701" cy="132575"/>
                </a:xfrm>
              </p:grpSpPr>
              <p:cxnSp>
                <p:nvCxnSpPr>
                  <p:cNvPr id="646" name="Google Shape;646;p7"/>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47" name="Google Shape;647;p7"/>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48" name="Google Shape;648;p7"/>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49" name="Google Shape;649;p7"/>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650" name="Google Shape;650;p7"/>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651" name="Google Shape;651;p7"/>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652" name="Google Shape;652;p7"/>
          <p:cNvGrpSpPr/>
          <p:nvPr/>
        </p:nvGrpSpPr>
        <p:grpSpPr>
          <a:xfrm>
            <a:off x="12377595" y="0"/>
            <a:ext cx="3693386" cy="5270646"/>
            <a:chOff x="-3786437" y="0"/>
            <a:chExt cx="3693386" cy="5270646"/>
          </a:xfrm>
        </p:grpSpPr>
        <p:sp>
          <p:nvSpPr>
            <p:cNvPr id="653" name="Google Shape;653;p7"/>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654" name="Google Shape;654;p7"/>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655" name="Google Shape;655;p7"/>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656" name="Google Shape;656;p7"/>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657" name="Google Shape;657;p7"/>
            <p:cNvGrpSpPr/>
            <p:nvPr/>
          </p:nvGrpSpPr>
          <p:grpSpPr>
            <a:xfrm>
              <a:off x="-3316179" y="1231351"/>
              <a:ext cx="294789" cy="346676"/>
              <a:chOff x="14466489" y="1001522"/>
              <a:chExt cx="290627" cy="341782"/>
            </a:xfrm>
          </p:grpSpPr>
          <p:sp>
            <p:nvSpPr>
              <p:cNvPr id="658" name="Google Shape;658;p7"/>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659" name="Google Shape;659;p7"/>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660" name="Google Shape;660;p7"/>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661" name="Google Shape;661;p7"/>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662" name="Google Shape;662;p7"/>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663" name="Google Shape;663;p7"/>
              <p:cNvCxnSpPr>
                <a:stCxn id="661"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664" name="Google Shape;664;p7"/>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665" name="Google Shape;665;p7"/>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666" name="Google Shape;666;p7"/>
            <p:cNvGrpSpPr/>
            <p:nvPr/>
          </p:nvGrpSpPr>
          <p:grpSpPr>
            <a:xfrm>
              <a:off x="-3311319" y="2164285"/>
              <a:ext cx="825500" cy="209550"/>
              <a:chOff x="13504624" y="2482850"/>
              <a:chExt cx="825500" cy="209550"/>
            </a:xfrm>
          </p:grpSpPr>
          <p:sp>
            <p:nvSpPr>
              <p:cNvPr id="667" name="Google Shape;667;p7"/>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668" name="Google Shape;668;p7"/>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669" name="Google Shape;669;p7"/>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670" name="Google Shape;670;p7"/>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671" name="Google Shape;671;p7"/>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672" name="Google Shape;672;p7"/>
            <p:cNvGrpSpPr/>
            <p:nvPr/>
          </p:nvGrpSpPr>
          <p:grpSpPr>
            <a:xfrm>
              <a:off x="-3408294" y="3643742"/>
              <a:ext cx="622283" cy="612920"/>
              <a:chOff x="12617641" y="3403239"/>
              <a:chExt cx="752963" cy="741634"/>
            </a:xfrm>
          </p:grpSpPr>
          <p:grpSp>
            <p:nvGrpSpPr>
              <p:cNvPr id="673" name="Google Shape;673;p7"/>
              <p:cNvGrpSpPr/>
              <p:nvPr/>
            </p:nvGrpSpPr>
            <p:grpSpPr>
              <a:xfrm>
                <a:off x="12771530" y="3403239"/>
                <a:ext cx="467176" cy="448491"/>
                <a:chOff x="12782157" y="3403239"/>
                <a:chExt cx="467176" cy="448491"/>
              </a:xfrm>
            </p:grpSpPr>
            <p:grpSp>
              <p:nvGrpSpPr>
                <p:cNvPr id="674" name="Google Shape;674;p7"/>
                <p:cNvGrpSpPr/>
                <p:nvPr/>
              </p:nvGrpSpPr>
              <p:grpSpPr>
                <a:xfrm>
                  <a:off x="12782157" y="3403239"/>
                  <a:ext cx="412976" cy="396132"/>
                  <a:chOff x="13554906" y="3320109"/>
                  <a:chExt cx="443917" cy="425811"/>
                </a:xfrm>
              </p:grpSpPr>
              <p:grpSp>
                <p:nvGrpSpPr>
                  <p:cNvPr id="675" name="Google Shape;675;p7"/>
                  <p:cNvGrpSpPr/>
                  <p:nvPr/>
                </p:nvGrpSpPr>
                <p:grpSpPr>
                  <a:xfrm>
                    <a:off x="13554906" y="3320109"/>
                    <a:ext cx="443917" cy="425811"/>
                    <a:chOff x="12909684" y="1276143"/>
                    <a:chExt cx="443917" cy="425811"/>
                  </a:xfrm>
                </p:grpSpPr>
                <p:sp>
                  <p:nvSpPr>
                    <p:cNvPr id="676" name="Google Shape;676;p7"/>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677" name="Google Shape;677;p7"/>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678" name="Google Shape;678;p7"/>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679" name="Google Shape;679;p7"/>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680" name="Google Shape;680;p7"/>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681" name="Google Shape;681;p7"/>
                <p:cNvGrpSpPr/>
                <p:nvPr/>
              </p:nvGrpSpPr>
              <p:grpSpPr>
                <a:xfrm>
                  <a:off x="13103513" y="3705268"/>
                  <a:ext cx="145820" cy="146462"/>
                  <a:chOff x="13096169" y="3602278"/>
                  <a:chExt cx="145820" cy="146462"/>
                </a:xfrm>
              </p:grpSpPr>
              <p:sp>
                <p:nvSpPr>
                  <p:cNvPr id="682" name="Google Shape;682;p7"/>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683" name="Google Shape;683;p7"/>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684" name="Google Shape;684;p7"/>
                <p:cNvGrpSpPr/>
                <p:nvPr/>
              </p:nvGrpSpPr>
              <p:grpSpPr>
                <a:xfrm rot="10800000">
                  <a:off x="13061402" y="3665637"/>
                  <a:ext cx="145820" cy="146462"/>
                  <a:chOff x="13096169" y="3602278"/>
                  <a:chExt cx="145820" cy="146462"/>
                </a:xfrm>
              </p:grpSpPr>
              <p:sp>
                <p:nvSpPr>
                  <p:cNvPr id="685" name="Google Shape;685;p7"/>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686" name="Google Shape;686;p7"/>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687" name="Google Shape;687;p7"/>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688" name="Google Shape;688;p7"/>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689" name="Google Shape;689;p7"/>
            <p:cNvGrpSpPr/>
            <p:nvPr/>
          </p:nvGrpSpPr>
          <p:grpSpPr>
            <a:xfrm>
              <a:off x="-376736" y="4271597"/>
              <a:ext cx="283685" cy="283685"/>
              <a:chOff x="-510741" y="5913713"/>
              <a:chExt cx="267555" cy="267555"/>
            </a:xfrm>
          </p:grpSpPr>
          <p:sp>
            <p:nvSpPr>
              <p:cNvPr id="690" name="Google Shape;690;p7"/>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691" name="Google Shape;691;p7"/>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692" name="Google Shape;692;p7"/>
          <p:cNvSpPr txBox="1"/>
          <p:nvPr>
            <p:ph idx="1" type="body"/>
          </p:nvPr>
        </p:nvSpPr>
        <p:spPr>
          <a:xfrm>
            <a:off x="514800" y="3697200"/>
            <a:ext cx="5047200" cy="17676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600"/>
              </a:spcBef>
              <a:spcAft>
                <a:spcPts val="0"/>
              </a:spcAft>
              <a:buClr>
                <a:schemeClr val="dk1"/>
              </a:buClr>
              <a:buSzPts val="2000"/>
              <a:buNone/>
              <a:defRPr sz="2000"/>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2400"/>
              <a:buNone/>
              <a:defRPr sz="2400"/>
            </a:lvl4pPr>
            <a:lvl5pPr indent="-228600" lvl="4" marL="2286000" algn="l">
              <a:lnSpc>
                <a:spcPct val="90000"/>
              </a:lnSpc>
              <a:spcBef>
                <a:spcPts val="600"/>
              </a:spcBef>
              <a:spcAft>
                <a:spcPts val="0"/>
              </a:spcAft>
              <a:buClr>
                <a:schemeClr val="accent1"/>
              </a:buClr>
              <a:buSzPts val="1200"/>
              <a:buNone/>
              <a:defRPr sz="1200"/>
            </a:lvl5pPr>
            <a:lvl6pPr indent="-228600" lvl="5" marL="2743200" algn="l">
              <a:lnSpc>
                <a:spcPct val="90000"/>
              </a:lnSpc>
              <a:spcBef>
                <a:spcPts val="600"/>
              </a:spcBef>
              <a:spcAft>
                <a:spcPts val="0"/>
              </a:spcAft>
              <a:buSzPts val="2000"/>
              <a:buNone/>
              <a:defRPr sz="2000"/>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693" name="Google Shape;693;p7"/>
          <p:cNvSpPr txBox="1"/>
          <p:nvPr>
            <p:ph idx="11" type="ftr"/>
          </p:nvPr>
        </p:nvSpPr>
        <p:spPr>
          <a:xfrm>
            <a:off x="5202000" y="6346800"/>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4" name="Google Shape;694;p7"/>
          <p:cNvSpPr txBox="1"/>
          <p:nvPr>
            <p:ph idx="12" type="sldNum"/>
          </p:nvPr>
        </p:nvSpPr>
        <p:spPr>
          <a:xfrm>
            <a:off x="11314513" y="6346800"/>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beelding + Titel">
  <p:cSld name="Afbeelding + Titel">
    <p:bg>
      <p:bgPr>
        <a:solidFill>
          <a:schemeClr val="lt1"/>
        </a:solidFill>
      </p:bgPr>
    </p:bg>
    <p:spTree>
      <p:nvGrpSpPr>
        <p:cNvPr id="695" name="Shape 695"/>
        <p:cNvGrpSpPr/>
        <p:nvPr/>
      </p:nvGrpSpPr>
      <p:grpSpPr>
        <a:xfrm>
          <a:off x="0" y="0"/>
          <a:ext cx="0" cy="0"/>
          <a:chOff x="0" y="0"/>
          <a:chExt cx="0" cy="0"/>
        </a:xfrm>
      </p:grpSpPr>
      <p:sp>
        <p:nvSpPr>
          <p:cNvPr id="696" name="Google Shape;696;p8"/>
          <p:cNvSpPr/>
          <p:nvPr>
            <p:ph idx="2" type="pic"/>
          </p:nvPr>
        </p:nvSpPr>
        <p:spPr>
          <a:xfrm>
            <a:off x="0" y="0"/>
            <a:ext cx="12192000" cy="6855555"/>
          </a:xfrm>
          <a:prstGeom prst="rect">
            <a:avLst/>
          </a:prstGeom>
          <a:solidFill>
            <a:schemeClr val="lt1"/>
          </a:solidFill>
          <a:ln>
            <a:noFill/>
          </a:ln>
        </p:spPr>
      </p:sp>
      <p:sp>
        <p:nvSpPr>
          <p:cNvPr id="697" name="Google Shape;697;p8"/>
          <p:cNvSpPr txBox="1"/>
          <p:nvPr>
            <p:ph type="title"/>
          </p:nvPr>
        </p:nvSpPr>
        <p:spPr>
          <a:xfrm>
            <a:off x="514800" y="1101821"/>
            <a:ext cx="5047200" cy="154713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4400"/>
              <a:buFont typeface="Times New Roman"/>
              <a:buNone/>
              <a:defRPr>
                <a:solidFill>
                  <a:schemeClr val="lt1"/>
                </a:solidFill>
                <a:highlight>
                  <a:srgbClr val="BC1E31"/>
                </a:high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98" name="Google Shape;698;p8"/>
          <p:cNvGrpSpPr/>
          <p:nvPr/>
        </p:nvGrpSpPr>
        <p:grpSpPr>
          <a:xfrm>
            <a:off x="-3786437" y="0"/>
            <a:ext cx="3693386" cy="5359349"/>
            <a:chOff x="-3786437" y="0"/>
            <a:chExt cx="3693386" cy="5359349"/>
          </a:xfrm>
        </p:grpSpPr>
        <p:sp>
          <p:nvSpPr>
            <p:cNvPr id="699" name="Google Shape;699;p8"/>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700" name="Google Shape;700;p8"/>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701" name="Google Shape;701;p8"/>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702" name="Google Shape;702;p8"/>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703" name="Google Shape;703;p8"/>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704" name="Google Shape;704;p8"/>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705" name="Google Shape;705;p8"/>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706" name="Google Shape;706;p8"/>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707" name="Google Shape;707;p8"/>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708" name="Google Shape;708;p8"/>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709" name="Google Shape;709;p8"/>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710" name="Google Shape;710;p8"/>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711" name="Google Shape;711;p8"/>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712" name="Google Shape;712;p8"/>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713" name="Google Shape;713;p8"/>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714" name="Google Shape;714;p8"/>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715" name="Google Shape;715;p8"/>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716" name="Google Shape;716;p8"/>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717" name="Google Shape;717;p8"/>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718" name="Google Shape;718;p8"/>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719" name="Google Shape;719;p8"/>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720" name="Google Shape;720;p8"/>
            <p:cNvGrpSpPr/>
            <p:nvPr/>
          </p:nvGrpSpPr>
          <p:grpSpPr>
            <a:xfrm>
              <a:off x="-376736" y="4400186"/>
              <a:ext cx="283685" cy="283685"/>
              <a:chOff x="-510741" y="5913713"/>
              <a:chExt cx="267555" cy="267555"/>
            </a:xfrm>
          </p:grpSpPr>
          <p:sp>
            <p:nvSpPr>
              <p:cNvPr id="721" name="Google Shape;721;p8"/>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722" name="Google Shape;722;p8"/>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723" name="Google Shape;723;p8"/>
            <p:cNvGrpSpPr/>
            <p:nvPr/>
          </p:nvGrpSpPr>
          <p:grpSpPr>
            <a:xfrm>
              <a:off x="-3605171" y="458674"/>
              <a:ext cx="3234311" cy="558875"/>
              <a:chOff x="-3605171" y="458674"/>
              <a:chExt cx="3234311" cy="558875"/>
            </a:xfrm>
          </p:grpSpPr>
          <p:sp>
            <p:nvSpPr>
              <p:cNvPr id="724" name="Google Shape;724;p8"/>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725" name="Google Shape;725;p8"/>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726" name="Google Shape;726;p8"/>
              <p:cNvGrpSpPr/>
              <p:nvPr/>
            </p:nvGrpSpPr>
            <p:grpSpPr>
              <a:xfrm>
                <a:off x="-3386247" y="830871"/>
                <a:ext cx="139423" cy="109566"/>
                <a:chOff x="-2866744" y="827071"/>
                <a:chExt cx="168701" cy="132575"/>
              </a:xfrm>
            </p:grpSpPr>
            <p:grpSp>
              <p:nvGrpSpPr>
                <p:cNvPr id="727" name="Google Shape;727;p8"/>
                <p:cNvGrpSpPr/>
                <p:nvPr/>
              </p:nvGrpSpPr>
              <p:grpSpPr>
                <a:xfrm>
                  <a:off x="-2866744" y="827071"/>
                  <a:ext cx="168701" cy="132575"/>
                  <a:chOff x="-2866744" y="827071"/>
                  <a:chExt cx="168701" cy="132575"/>
                </a:xfrm>
              </p:grpSpPr>
              <p:cxnSp>
                <p:nvCxnSpPr>
                  <p:cNvPr id="728" name="Google Shape;728;p8"/>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29" name="Google Shape;729;p8"/>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0" name="Google Shape;730;p8"/>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1" name="Google Shape;731;p8"/>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2" name="Google Shape;732;p8"/>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733" name="Google Shape;733;p8"/>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734" name="Google Shape;734;p8"/>
              <p:cNvGrpSpPr/>
              <p:nvPr/>
            </p:nvGrpSpPr>
            <p:grpSpPr>
              <a:xfrm>
                <a:off x="-3605171" y="830871"/>
                <a:ext cx="139423" cy="109566"/>
                <a:chOff x="-2866744" y="518074"/>
                <a:chExt cx="168701" cy="132575"/>
              </a:xfrm>
            </p:grpSpPr>
            <p:grpSp>
              <p:nvGrpSpPr>
                <p:cNvPr id="735" name="Google Shape;735;p8"/>
                <p:cNvGrpSpPr/>
                <p:nvPr/>
              </p:nvGrpSpPr>
              <p:grpSpPr>
                <a:xfrm>
                  <a:off x="-2866744" y="518074"/>
                  <a:ext cx="168701" cy="132575"/>
                  <a:chOff x="-2866744" y="518074"/>
                  <a:chExt cx="168701" cy="132575"/>
                </a:xfrm>
              </p:grpSpPr>
              <p:cxnSp>
                <p:nvCxnSpPr>
                  <p:cNvPr id="736" name="Google Shape;736;p8"/>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7" name="Google Shape;737;p8"/>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8" name="Google Shape;738;p8"/>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39" name="Google Shape;739;p8"/>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40" name="Google Shape;740;p8"/>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741" name="Google Shape;741;p8"/>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742" name="Google Shape;742;p8"/>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743" name="Google Shape;743;p8"/>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744" name="Google Shape;744;p8"/>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745" name="Google Shape;745;p8"/>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746" name="Google Shape;746;p8"/>
              <p:cNvGrpSpPr/>
              <p:nvPr/>
            </p:nvGrpSpPr>
            <p:grpSpPr>
              <a:xfrm>
                <a:off x="-2916763" y="769168"/>
                <a:ext cx="268738" cy="248381"/>
                <a:chOff x="-2916763" y="769168"/>
                <a:chExt cx="268738" cy="248381"/>
              </a:xfrm>
            </p:grpSpPr>
            <p:sp>
              <p:nvSpPr>
                <p:cNvPr id="747" name="Google Shape;747;p8"/>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748" name="Google Shape;748;p8"/>
                <p:cNvGrpSpPr/>
                <p:nvPr/>
              </p:nvGrpSpPr>
              <p:grpSpPr>
                <a:xfrm>
                  <a:off x="-2866744" y="827071"/>
                  <a:ext cx="168701" cy="132575"/>
                  <a:chOff x="-2866744" y="827071"/>
                  <a:chExt cx="168701" cy="132575"/>
                </a:xfrm>
              </p:grpSpPr>
              <p:cxnSp>
                <p:nvCxnSpPr>
                  <p:cNvPr id="749" name="Google Shape;749;p8"/>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50" name="Google Shape;750;p8"/>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51" name="Google Shape;751;p8"/>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52" name="Google Shape;752;p8"/>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53" name="Google Shape;753;p8"/>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754" name="Google Shape;754;p8"/>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755" name="Google Shape;755;p8"/>
              <p:cNvGrpSpPr/>
              <p:nvPr/>
            </p:nvGrpSpPr>
            <p:grpSpPr>
              <a:xfrm>
                <a:off x="-2916763" y="460171"/>
                <a:ext cx="268738" cy="248381"/>
                <a:chOff x="-2916763" y="460171"/>
                <a:chExt cx="268738" cy="248381"/>
              </a:xfrm>
            </p:grpSpPr>
            <p:sp>
              <p:nvSpPr>
                <p:cNvPr id="756" name="Google Shape;756;p8"/>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757" name="Google Shape;757;p8"/>
                <p:cNvGrpSpPr/>
                <p:nvPr/>
              </p:nvGrpSpPr>
              <p:grpSpPr>
                <a:xfrm>
                  <a:off x="-2866744" y="518074"/>
                  <a:ext cx="168701" cy="132575"/>
                  <a:chOff x="-2866744" y="518074"/>
                  <a:chExt cx="168701" cy="132575"/>
                </a:xfrm>
              </p:grpSpPr>
              <p:cxnSp>
                <p:nvCxnSpPr>
                  <p:cNvPr id="758" name="Google Shape;758;p8"/>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59" name="Google Shape;759;p8"/>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60" name="Google Shape;760;p8"/>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61" name="Google Shape;761;p8"/>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762" name="Google Shape;762;p8"/>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763" name="Google Shape;763;p8"/>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764" name="Google Shape;764;p8"/>
          <p:cNvGrpSpPr/>
          <p:nvPr/>
        </p:nvGrpSpPr>
        <p:grpSpPr>
          <a:xfrm>
            <a:off x="12377595" y="0"/>
            <a:ext cx="3693386" cy="5270646"/>
            <a:chOff x="-3786437" y="0"/>
            <a:chExt cx="3693386" cy="5270646"/>
          </a:xfrm>
        </p:grpSpPr>
        <p:sp>
          <p:nvSpPr>
            <p:cNvPr id="765" name="Google Shape;765;p8"/>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766" name="Google Shape;766;p8"/>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767" name="Google Shape;767;p8"/>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768" name="Google Shape;768;p8"/>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769" name="Google Shape;769;p8"/>
            <p:cNvGrpSpPr/>
            <p:nvPr/>
          </p:nvGrpSpPr>
          <p:grpSpPr>
            <a:xfrm>
              <a:off x="-3316179" y="1231351"/>
              <a:ext cx="294789" cy="346676"/>
              <a:chOff x="14466489" y="1001522"/>
              <a:chExt cx="290627" cy="341782"/>
            </a:xfrm>
          </p:grpSpPr>
          <p:sp>
            <p:nvSpPr>
              <p:cNvPr id="770" name="Google Shape;770;p8"/>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771" name="Google Shape;771;p8"/>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772" name="Google Shape;772;p8"/>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773" name="Google Shape;773;p8"/>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774" name="Google Shape;774;p8"/>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775" name="Google Shape;775;p8"/>
              <p:cNvCxnSpPr>
                <a:stCxn id="773"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776" name="Google Shape;776;p8"/>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777" name="Google Shape;777;p8"/>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778" name="Google Shape;778;p8"/>
            <p:cNvGrpSpPr/>
            <p:nvPr/>
          </p:nvGrpSpPr>
          <p:grpSpPr>
            <a:xfrm>
              <a:off x="-3311319" y="2164285"/>
              <a:ext cx="825500" cy="209550"/>
              <a:chOff x="13504624" y="2482850"/>
              <a:chExt cx="825500" cy="209550"/>
            </a:xfrm>
          </p:grpSpPr>
          <p:sp>
            <p:nvSpPr>
              <p:cNvPr id="779" name="Google Shape;779;p8"/>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780" name="Google Shape;780;p8"/>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781" name="Google Shape;781;p8"/>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782" name="Google Shape;782;p8"/>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783" name="Google Shape;783;p8"/>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784" name="Google Shape;784;p8"/>
            <p:cNvGrpSpPr/>
            <p:nvPr/>
          </p:nvGrpSpPr>
          <p:grpSpPr>
            <a:xfrm>
              <a:off x="-3408294" y="3643742"/>
              <a:ext cx="622283" cy="612920"/>
              <a:chOff x="12617641" y="3403239"/>
              <a:chExt cx="752963" cy="741634"/>
            </a:xfrm>
          </p:grpSpPr>
          <p:grpSp>
            <p:nvGrpSpPr>
              <p:cNvPr id="785" name="Google Shape;785;p8"/>
              <p:cNvGrpSpPr/>
              <p:nvPr/>
            </p:nvGrpSpPr>
            <p:grpSpPr>
              <a:xfrm>
                <a:off x="12771530" y="3403239"/>
                <a:ext cx="467176" cy="448491"/>
                <a:chOff x="12782157" y="3403239"/>
                <a:chExt cx="467176" cy="448491"/>
              </a:xfrm>
            </p:grpSpPr>
            <p:grpSp>
              <p:nvGrpSpPr>
                <p:cNvPr id="786" name="Google Shape;786;p8"/>
                <p:cNvGrpSpPr/>
                <p:nvPr/>
              </p:nvGrpSpPr>
              <p:grpSpPr>
                <a:xfrm>
                  <a:off x="12782157" y="3403239"/>
                  <a:ext cx="412976" cy="396132"/>
                  <a:chOff x="13554906" y="3320109"/>
                  <a:chExt cx="443917" cy="425811"/>
                </a:xfrm>
              </p:grpSpPr>
              <p:grpSp>
                <p:nvGrpSpPr>
                  <p:cNvPr id="787" name="Google Shape;787;p8"/>
                  <p:cNvGrpSpPr/>
                  <p:nvPr/>
                </p:nvGrpSpPr>
                <p:grpSpPr>
                  <a:xfrm>
                    <a:off x="13554906" y="3320109"/>
                    <a:ext cx="443917" cy="425811"/>
                    <a:chOff x="12909684" y="1276143"/>
                    <a:chExt cx="443917" cy="425811"/>
                  </a:xfrm>
                </p:grpSpPr>
                <p:sp>
                  <p:nvSpPr>
                    <p:cNvPr id="788" name="Google Shape;788;p8"/>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789" name="Google Shape;789;p8"/>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790" name="Google Shape;790;p8"/>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791" name="Google Shape;791;p8"/>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792" name="Google Shape;792;p8"/>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793" name="Google Shape;793;p8"/>
                <p:cNvGrpSpPr/>
                <p:nvPr/>
              </p:nvGrpSpPr>
              <p:grpSpPr>
                <a:xfrm>
                  <a:off x="13103513" y="3705268"/>
                  <a:ext cx="145820" cy="146462"/>
                  <a:chOff x="13096169" y="3602278"/>
                  <a:chExt cx="145820" cy="146462"/>
                </a:xfrm>
              </p:grpSpPr>
              <p:sp>
                <p:nvSpPr>
                  <p:cNvPr id="794" name="Google Shape;794;p8"/>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795" name="Google Shape;795;p8"/>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796" name="Google Shape;796;p8"/>
                <p:cNvGrpSpPr/>
                <p:nvPr/>
              </p:nvGrpSpPr>
              <p:grpSpPr>
                <a:xfrm rot="10800000">
                  <a:off x="13061402" y="3665637"/>
                  <a:ext cx="145820" cy="146462"/>
                  <a:chOff x="13096169" y="3602278"/>
                  <a:chExt cx="145820" cy="146462"/>
                </a:xfrm>
              </p:grpSpPr>
              <p:sp>
                <p:nvSpPr>
                  <p:cNvPr id="797" name="Google Shape;797;p8"/>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798" name="Google Shape;798;p8"/>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799" name="Google Shape;799;p8"/>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800" name="Google Shape;800;p8"/>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801" name="Google Shape;801;p8"/>
            <p:cNvGrpSpPr/>
            <p:nvPr/>
          </p:nvGrpSpPr>
          <p:grpSpPr>
            <a:xfrm>
              <a:off x="-376736" y="4271597"/>
              <a:ext cx="283685" cy="283685"/>
              <a:chOff x="-510741" y="5913713"/>
              <a:chExt cx="267555" cy="267555"/>
            </a:xfrm>
          </p:grpSpPr>
          <p:sp>
            <p:nvSpPr>
              <p:cNvPr id="802" name="Google Shape;802;p8"/>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803" name="Google Shape;803;p8"/>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804" name="Google Shape;804;p8"/>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5" name="Google Shape;805;p8"/>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Afbeelding">
  <p:cSld name="100% Afbeelding">
    <p:bg>
      <p:bgPr>
        <a:solidFill>
          <a:schemeClr val="lt1"/>
        </a:solidFill>
      </p:bgPr>
    </p:bg>
    <p:spTree>
      <p:nvGrpSpPr>
        <p:cNvPr id="806" name="Shape 806"/>
        <p:cNvGrpSpPr/>
        <p:nvPr/>
      </p:nvGrpSpPr>
      <p:grpSpPr>
        <a:xfrm>
          <a:off x="0" y="0"/>
          <a:ext cx="0" cy="0"/>
          <a:chOff x="0" y="0"/>
          <a:chExt cx="0" cy="0"/>
        </a:xfrm>
      </p:grpSpPr>
      <p:sp>
        <p:nvSpPr>
          <p:cNvPr id="807" name="Google Shape;807;p9"/>
          <p:cNvSpPr txBox="1"/>
          <p:nvPr>
            <p:ph type="title"/>
          </p:nvPr>
        </p:nvSpPr>
        <p:spPr>
          <a:xfrm>
            <a:off x="1991544" y="4797152"/>
            <a:ext cx="8136904" cy="1368152"/>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1"/>
              </a:buClr>
              <a:buSzPts val="3600"/>
              <a:buFont typeface="Times New Roman"/>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8" name="Google Shape;808;p9"/>
          <p:cNvSpPr/>
          <p:nvPr>
            <p:ph idx="2" type="pic"/>
          </p:nvPr>
        </p:nvSpPr>
        <p:spPr>
          <a:xfrm>
            <a:off x="0" y="0"/>
            <a:ext cx="12192000" cy="6855555"/>
          </a:xfrm>
          <a:prstGeom prst="rect">
            <a:avLst/>
          </a:prstGeom>
          <a:solidFill>
            <a:schemeClr val="lt1"/>
          </a:solidFill>
          <a:ln>
            <a:noFill/>
          </a:ln>
        </p:spPr>
      </p:sp>
      <p:grpSp>
        <p:nvGrpSpPr>
          <p:cNvPr id="809" name="Google Shape;809;p9"/>
          <p:cNvGrpSpPr/>
          <p:nvPr/>
        </p:nvGrpSpPr>
        <p:grpSpPr>
          <a:xfrm>
            <a:off x="-3786437" y="0"/>
            <a:ext cx="3693386" cy="5359349"/>
            <a:chOff x="-3786437" y="0"/>
            <a:chExt cx="3693386" cy="5359349"/>
          </a:xfrm>
        </p:grpSpPr>
        <p:sp>
          <p:nvSpPr>
            <p:cNvPr id="810" name="Google Shape;810;p9"/>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811" name="Google Shape;811;p9"/>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812" name="Google Shape;812;p9"/>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813" name="Google Shape;813;p9"/>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814" name="Google Shape;814;p9"/>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815" name="Google Shape;815;p9"/>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816" name="Google Shape;816;p9"/>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817" name="Google Shape;817;p9"/>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818" name="Google Shape;818;p9"/>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819" name="Google Shape;819;p9"/>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820" name="Google Shape;820;p9"/>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821" name="Google Shape;821;p9"/>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822" name="Google Shape;822;p9"/>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823" name="Google Shape;823;p9"/>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824" name="Google Shape;824;p9"/>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825" name="Google Shape;825;p9"/>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826" name="Google Shape;826;p9"/>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827" name="Google Shape;827;p9"/>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828" name="Google Shape;828;p9"/>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829" name="Google Shape;829;p9"/>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830" name="Google Shape;830;p9"/>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831" name="Google Shape;831;p9"/>
            <p:cNvGrpSpPr/>
            <p:nvPr/>
          </p:nvGrpSpPr>
          <p:grpSpPr>
            <a:xfrm>
              <a:off x="-376736" y="4400186"/>
              <a:ext cx="283685" cy="283685"/>
              <a:chOff x="-510741" y="5913713"/>
              <a:chExt cx="267555" cy="267555"/>
            </a:xfrm>
          </p:grpSpPr>
          <p:sp>
            <p:nvSpPr>
              <p:cNvPr id="832" name="Google Shape;832;p9"/>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833" name="Google Shape;833;p9"/>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834" name="Google Shape;834;p9"/>
            <p:cNvGrpSpPr/>
            <p:nvPr/>
          </p:nvGrpSpPr>
          <p:grpSpPr>
            <a:xfrm>
              <a:off x="-3605171" y="458674"/>
              <a:ext cx="3234311" cy="558875"/>
              <a:chOff x="-3605171" y="458674"/>
              <a:chExt cx="3234311" cy="558875"/>
            </a:xfrm>
          </p:grpSpPr>
          <p:sp>
            <p:nvSpPr>
              <p:cNvPr id="835" name="Google Shape;835;p9"/>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836" name="Google Shape;836;p9"/>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837" name="Google Shape;837;p9"/>
              <p:cNvGrpSpPr/>
              <p:nvPr/>
            </p:nvGrpSpPr>
            <p:grpSpPr>
              <a:xfrm>
                <a:off x="-3386247" y="830871"/>
                <a:ext cx="139423" cy="109566"/>
                <a:chOff x="-2866744" y="827071"/>
                <a:chExt cx="168701" cy="132575"/>
              </a:xfrm>
            </p:grpSpPr>
            <p:grpSp>
              <p:nvGrpSpPr>
                <p:cNvPr id="838" name="Google Shape;838;p9"/>
                <p:cNvGrpSpPr/>
                <p:nvPr/>
              </p:nvGrpSpPr>
              <p:grpSpPr>
                <a:xfrm>
                  <a:off x="-2866744" y="827071"/>
                  <a:ext cx="168701" cy="132575"/>
                  <a:chOff x="-2866744" y="827071"/>
                  <a:chExt cx="168701" cy="132575"/>
                </a:xfrm>
              </p:grpSpPr>
              <p:cxnSp>
                <p:nvCxnSpPr>
                  <p:cNvPr id="839" name="Google Shape;839;p9"/>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0" name="Google Shape;840;p9"/>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1" name="Google Shape;841;p9"/>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2" name="Google Shape;842;p9"/>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3" name="Google Shape;843;p9"/>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844" name="Google Shape;844;p9"/>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845" name="Google Shape;845;p9"/>
              <p:cNvGrpSpPr/>
              <p:nvPr/>
            </p:nvGrpSpPr>
            <p:grpSpPr>
              <a:xfrm>
                <a:off x="-3605171" y="830871"/>
                <a:ext cx="139423" cy="109566"/>
                <a:chOff x="-2866744" y="518074"/>
                <a:chExt cx="168701" cy="132575"/>
              </a:xfrm>
            </p:grpSpPr>
            <p:grpSp>
              <p:nvGrpSpPr>
                <p:cNvPr id="846" name="Google Shape;846;p9"/>
                <p:cNvGrpSpPr/>
                <p:nvPr/>
              </p:nvGrpSpPr>
              <p:grpSpPr>
                <a:xfrm>
                  <a:off x="-2866744" y="518074"/>
                  <a:ext cx="168701" cy="132575"/>
                  <a:chOff x="-2866744" y="518074"/>
                  <a:chExt cx="168701" cy="132575"/>
                </a:xfrm>
              </p:grpSpPr>
              <p:cxnSp>
                <p:nvCxnSpPr>
                  <p:cNvPr id="847" name="Google Shape;847;p9"/>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8" name="Google Shape;848;p9"/>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49" name="Google Shape;849;p9"/>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50" name="Google Shape;850;p9"/>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51" name="Google Shape;851;p9"/>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852" name="Google Shape;852;p9"/>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853" name="Google Shape;853;p9"/>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854" name="Google Shape;854;p9"/>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855" name="Google Shape;855;p9"/>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856" name="Google Shape;856;p9"/>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857" name="Google Shape;857;p9"/>
              <p:cNvGrpSpPr/>
              <p:nvPr/>
            </p:nvGrpSpPr>
            <p:grpSpPr>
              <a:xfrm>
                <a:off x="-2916763" y="769168"/>
                <a:ext cx="268738" cy="248381"/>
                <a:chOff x="-2916763" y="769168"/>
                <a:chExt cx="268738" cy="248381"/>
              </a:xfrm>
            </p:grpSpPr>
            <p:sp>
              <p:nvSpPr>
                <p:cNvPr id="858" name="Google Shape;858;p9"/>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859" name="Google Shape;859;p9"/>
                <p:cNvGrpSpPr/>
                <p:nvPr/>
              </p:nvGrpSpPr>
              <p:grpSpPr>
                <a:xfrm>
                  <a:off x="-2866744" y="827071"/>
                  <a:ext cx="168701" cy="132575"/>
                  <a:chOff x="-2866744" y="827071"/>
                  <a:chExt cx="168701" cy="132575"/>
                </a:xfrm>
              </p:grpSpPr>
              <p:cxnSp>
                <p:nvCxnSpPr>
                  <p:cNvPr id="860" name="Google Shape;860;p9"/>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61" name="Google Shape;861;p9"/>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62" name="Google Shape;862;p9"/>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63" name="Google Shape;863;p9"/>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64" name="Google Shape;864;p9"/>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865" name="Google Shape;865;p9"/>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866" name="Google Shape;866;p9"/>
              <p:cNvGrpSpPr/>
              <p:nvPr/>
            </p:nvGrpSpPr>
            <p:grpSpPr>
              <a:xfrm>
                <a:off x="-2916763" y="460171"/>
                <a:ext cx="268738" cy="248381"/>
                <a:chOff x="-2916763" y="460171"/>
                <a:chExt cx="268738" cy="248381"/>
              </a:xfrm>
            </p:grpSpPr>
            <p:sp>
              <p:nvSpPr>
                <p:cNvPr id="867" name="Google Shape;867;p9"/>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868" name="Google Shape;868;p9"/>
                <p:cNvGrpSpPr/>
                <p:nvPr/>
              </p:nvGrpSpPr>
              <p:grpSpPr>
                <a:xfrm>
                  <a:off x="-2866744" y="518074"/>
                  <a:ext cx="168701" cy="132575"/>
                  <a:chOff x="-2866744" y="518074"/>
                  <a:chExt cx="168701" cy="132575"/>
                </a:xfrm>
              </p:grpSpPr>
              <p:cxnSp>
                <p:nvCxnSpPr>
                  <p:cNvPr id="869" name="Google Shape;869;p9"/>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70" name="Google Shape;870;p9"/>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71" name="Google Shape;871;p9"/>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72" name="Google Shape;872;p9"/>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873" name="Google Shape;873;p9"/>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874" name="Google Shape;874;p9"/>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875" name="Google Shape;875;p9"/>
          <p:cNvGrpSpPr/>
          <p:nvPr/>
        </p:nvGrpSpPr>
        <p:grpSpPr>
          <a:xfrm>
            <a:off x="12377595" y="0"/>
            <a:ext cx="3693386" cy="5270646"/>
            <a:chOff x="-3786437" y="0"/>
            <a:chExt cx="3693386" cy="5270646"/>
          </a:xfrm>
        </p:grpSpPr>
        <p:sp>
          <p:nvSpPr>
            <p:cNvPr id="876" name="Google Shape;876;p9"/>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877" name="Google Shape;877;p9"/>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878" name="Google Shape;878;p9"/>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879" name="Google Shape;879;p9"/>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880" name="Google Shape;880;p9"/>
            <p:cNvGrpSpPr/>
            <p:nvPr/>
          </p:nvGrpSpPr>
          <p:grpSpPr>
            <a:xfrm>
              <a:off x="-3316179" y="1231351"/>
              <a:ext cx="294789" cy="346676"/>
              <a:chOff x="14466489" y="1001522"/>
              <a:chExt cx="290627" cy="341782"/>
            </a:xfrm>
          </p:grpSpPr>
          <p:sp>
            <p:nvSpPr>
              <p:cNvPr id="881" name="Google Shape;881;p9"/>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882" name="Google Shape;882;p9"/>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883" name="Google Shape;883;p9"/>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884" name="Google Shape;884;p9"/>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885" name="Google Shape;885;p9"/>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886" name="Google Shape;886;p9"/>
              <p:cNvCxnSpPr>
                <a:stCxn id="884"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887" name="Google Shape;887;p9"/>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888" name="Google Shape;888;p9"/>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889" name="Google Shape;889;p9"/>
            <p:cNvGrpSpPr/>
            <p:nvPr/>
          </p:nvGrpSpPr>
          <p:grpSpPr>
            <a:xfrm>
              <a:off x="-3311319" y="2164285"/>
              <a:ext cx="825500" cy="209550"/>
              <a:chOff x="13504624" y="2482850"/>
              <a:chExt cx="825500" cy="209550"/>
            </a:xfrm>
          </p:grpSpPr>
          <p:sp>
            <p:nvSpPr>
              <p:cNvPr id="890" name="Google Shape;890;p9"/>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891" name="Google Shape;891;p9"/>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892" name="Google Shape;892;p9"/>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893" name="Google Shape;893;p9"/>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894" name="Google Shape;894;p9"/>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895" name="Google Shape;895;p9"/>
            <p:cNvGrpSpPr/>
            <p:nvPr/>
          </p:nvGrpSpPr>
          <p:grpSpPr>
            <a:xfrm>
              <a:off x="-3408294" y="3643742"/>
              <a:ext cx="622283" cy="612920"/>
              <a:chOff x="12617641" y="3403239"/>
              <a:chExt cx="752963" cy="741634"/>
            </a:xfrm>
          </p:grpSpPr>
          <p:grpSp>
            <p:nvGrpSpPr>
              <p:cNvPr id="896" name="Google Shape;896;p9"/>
              <p:cNvGrpSpPr/>
              <p:nvPr/>
            </p:nvGrpSpPr>
            <p:grpSpPr>
              <a:xfrm>
                <a:off x="12771530" y="3403239"/>
                <a:ext cx="467176" cy="448491"/>
                <a:chOff x="12782157" y="3403239"/>
                <a:chExt cx="467176" cy="448491"/>
              </a:xfrm>
            </p:grpSpPr>
            <p:grpSp>
              <p:nvGrpSpPr>
                <p:cNvPr id="897" name="Google Shape;897;p9"/>
                <p:cNvGrpSpPr/>
                <p:nvPr/>
              </p:nvGrpSpPr>
              <p:grpSpPr>
                <a:xfrm>
                  <a:off x="12782157" y="3403239"/>
                  <a:ext cx="412976" cy="396132"/>
                  <a:chOff x="13554906" y="3320109"/>
                  <a:chExt cx="443917" cy="425811"/>
                </a:xfrm>
              </p:grpSpPr>
              <p:grpSp>
                <p:nvGrpSpPr>
                  <p:cNvPr id="898" name="Google Shape;898;p9"/>
                  <p:cNvGrpSpPr/>
                  <p:nvPr/>
                </p:nvGrpSpPr>
                <p:grpSpPr>
                  <a:xfrm>
                    <a:off x="13554906" y="3320109"/>
                    <a:ext cx="443917" cy="425811"/>
                    <a:chOff x="12909684" y="1276143"/>
                    <a:chExt cx="443917" cy="425811"/>
                  </a:xfrm>
                </p:grpSpPr>
                <p:sp>
                  <p:nvSpPr>
                    <p:cNvPr id="899" name="Google Shape;899;p9"/>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900" name="Google Shape;900;p9"/>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901" name="Google Shape;901;p9"/>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902" name="Google Shape;902;p9"/>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903" name="Google Shape;903;p9"/>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904" name="Google Shape;904;p9"/>
                <p:cNvGrpSpPr/>
                <p:nvPr/>
              </p:nvGrpSpPr>
              <p:grpSpPr>
                <a:xfrm>
                  <a:off x="13103513" y="3705268"/>
                  <a:ext cx="145820" cy="146462"/>
                  <a:chOff x="13096169" y="3602278"/>
                  <a:chExt cx="145820" cy="146462"/>
                </a:xfrm>
              </p:grpSpPr>
              <p:sp>
                <p:nvSpPr>
                  <p:cNvPr id="905" name="Google Shape;905;p9"/>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906" name="Google Shape;906;p9"/>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907" name="Google Shape;907;p9"/>
                <p:cNvGrpSpPr/>
                <p:nvPr/>
              </p:nvGrpSpPr>
              <p:grpSpPr>
                <a:xfrm rot="10800000">
                  <a:off x="13061402" y="3665637"/>
                  <a:ext cx="145820" cy="146462"/>
                  <a:chOff x="13096169" y="3602278"/>
                  <a:chExt cx="145820" cy="146462"/>
                </a:xfrm>
              </p:grpSpPr>
              <p:sp>
                <p:nvSpPr>
                  <p:cNvPr id="908" name="Google Shape;908;p9"/>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909" name="Google Shape;909;p9"/>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910" name="Google Shape;910;p9"/>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911" name="Google Shape;911;p9"/>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912" name="Google Shape;912;p9"/>
            <p:cNvGrpSpPr/>
            <p:nvPr/>
          </p:nvGrpSpPr>
          <p:grpSpPr>
            <a:xfrm>
              <a:off x="-376736" y="4271597"/>
              <a:ext cx="283685" cy="283685"/>
              <a:chOff x="-510741" y="5913713"/>
              <a:chExt cx="267555" cy="267555"/>
            </a:xfrm>
          </p:grpSpPr>
          <p:sp>
            <p:nvSpPr>
              <p:cNvPr id="913" name="Google Shape;913;p9"/>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914" name="Google Shape;914;p9"/>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915" name="Google Shape;915;p9"/>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6" name="Google Shape;916;p9"/>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x Afbeelding + Titel" showMasterSp="0">
  <p:cSld name="2x Afbeelding + Titel">
    <p:spTree>
      <p:nvGrpSpPr>
        <p:cNvPr id="917" name="Shape 917"/>
        <p:cNvGrpSpPr/>
        <p:nvPr/>
      </p:nvGrpSpPr>
      <p:grpSpPr>
        <a:xfrm>
          <a:off x="0" y="0"/>
          <a:ext cx="0" cy="0"/>
          <a:chOff x="0" y="0"/>
          <a:chExt cx="0" cy="0"/>
        </a:xfrm>
      </p:grpSpPr>
      <p:sp>
        <p:nvSpPr>
          <p:cNvPr id="918" name="Google Shape;918;p10"/>
          <p:cNvSpPr/>
          <p:nvPr>
            <p:ph idx="2" type="pic"/>
          </p:nvPr>
        </p:nvSpPr>
        <p:spPr>
          <a:xfrm>
            <a:off x="514350" y="1700808"/>
            <a:ext cx="5400000" cy="4359600"/>
          </a:xfrm>
          <a:prstGeom prst="rect">
            <a:avLst/>
          </a:prstGeom>
          <a:noFill/>
          <a:ln>
            <a:noFill/>
          </a:ln>
        </p:spPr>
      </p:sp>
      <p:sp>
        <p:nvSpPr>
          <p:cNvPr id="919" name="Google Shape;919;p10"/>
          <p:cNvSpPr/>
          <p:nvPr>
            <p:ph idx="3" type="pic"/>
          </p:nvPr>
        </p:nvSpPr>
        <p:spPr>
          <a:xfrm>
            <a:off x="6274800" y="1700808"/>
            <a:ext cx="5400000" cy="4359600"/>
          </a:xfrm>
          <a:prstGeom prst="rect">
            <a:avLst/>
          </a:prstGeom>
          <a:noFill/>
          <a:ln>
            <a:noFill/>
          </a:ln>
        </p:spPr>
      </p:sp>
      <p:grpSp>
        <p:nvGrpSpPr>
          <p:cNvPr id="920" name="Google Shape;920;p10"/>
          <p:cNvGrpSpPr/>
          <p:nvPr/>
        </p:nvGrpSpPr>
        <p:grpSpPr>
          <a:xfrm>
            <a:off x="-3786437" y="0"/>
            <a:ext cx="3693386" cy="5359349"/>
            <a:chOff x="-3786437" y="0"/>
            <a:chExt cx="3693386" cy="5359349"/>
          </a:xfrm>
        </p:grpSpPr>
        <p:sp>
          <p:nvSpPr>
            <p:cNvPr id="921" name="Google Shape;921;p10"/>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922" name="Google Shape;922;p10"/>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923" name="Google Shape;923;p10"/>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924" name="Google Shape;924;p10"/>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925" name="Google Shape;925;p10"/>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926" name="Google Shape;926;p10"/>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927" name="Google Shape;927;p10"/>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928" name="Google Shape;928;p10"/>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929" name="Google Shape;929;p10"/>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930" name="Google Shape;930;p10"/>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931" name="Google Shape;931;p10"/>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932" name="Google Shape;932;p10"/>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933" name="Google Shape;933;p10"/>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934" name="Google Shape;934;p10"/>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935" name="Google Shape;935;p10"/>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936" name="Google Shape;936;p10"/>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937" name="Google Shape;937;p10"/>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938" name="Google Shape;938;p10"/>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939" name="Google Shape;939;p10"/>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940" name="Google Shape;940;p10"/>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941" name="Google Shape;941;p10"/>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942" name="Google Shape;942;p10"/>
            <p:cNvGrpSpPr/>
            <p:nvPr/>
          </p:nvGrpSpPr>
          <p:grpSpPr>
            <a:xfrm>
              <a:off x="-376736" y="4400186"/>
              <a:ext cx="283685" cy="283685"/>
              <a:chOff x="-510741" y="5913713"/>
              <a:chExt cx="267555" cy="267555"/>
            </a:xfrm>
          </p:grpSpPr>
          <p:sp>
            <p:nvSpPr>
              <p:cNvPr id="943" name="Google Shape;943;p10"/>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944" name="Google Shape;944;p10"/>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945" name="Google Shape;945;p10"/>
            <p:cNvGrpSpPr/>
            <p:nvPr/>
          </p:nvGrpSpPr>
          <p:grpSpPr>
            <a:xfrm>
              <a:off x="-3605171" y="458674"/>
              <a:ext cx="3234311" cy="558875"/>
              <a:chOff x="-3605171" y="458674"/>
              <a:chExt cx="3234311" cy="558875"/>
            </a:xfrm>
          </p:grpSpPr>
          <p:sp>
            <p:nvSpPr>
              <p:cNvPr id="946" name="Google Shape;946;p10"/>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947" name="Google Shape;947;p10"/>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948" name="Google Shape;948;p10"/>
              <p:cNvGrpSpPr/>
              <p:nvPr/>
            </p:nvGrpSpPr>
            <p:grpSpPr>
              <a:xfrm>
                <a:off x="-3386247" y="830871"/>
                <a:ext cx="139423" cy="109566"/>
                <a:chOff x="-2866744" y="827071"/>
                <a:chExt cx="168701" cy="132575"/>
              </a:xfrm>
            </p:grpSpPr>
            <p:grpSp>
              <p:nvGrpSpPr>
                <p:cNvPr id="949" name="Google Shape;949;p10"/>
                <p:cNvGrpSpPr/>
                <p:nvPr/>
              </p:nvGrpSpPr>
              <p:grpSpPr>
                <a:xfrm>
                  <a:off x="-2866744" y="827071"/>
                  <a:ext cx="168701" cy="132575"/>
                  <a:chOff x="-2866744" y="827071"/>
                  <a:chExt cx="168701" cy="132575"/>
                </a:xfrm>
              </p:grpSpPr>
              <p:cxnSp>
                <p:nvCxnSpPr>
                  <p:cNvPr id="950" name="Google Shape;950;p10"/>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51" name="Google Shape;951;p10"/>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52" name="Google Shape;952;p10"/>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53" name="Google Shape;953;p10"/>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54" name="Google Shape;954;p10"/>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955" name="Google Shape;955;p10"/>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956" name="Google Shape;956;p10"/>
              <p:cNvGrpSpPr/>
              <p:nvPr/>
            </p:nvGrpSpPr>
            <p:grpSpPr>
              <a:xfrm>
                <a:off x="-3605171" y="830871"/>
                <a:ext cx="139423" cy="109566"/>
                <a:chOff x="-2866744" y="518074"/>
                <a:chExt cx="168701" cy="132575"/>
              </a:xfrm>
            </p:grpSpPr>
            <p:grpSp>
              <p:nvGrpSpPr>
                <p:cNvPr id="957" name="Google Shape;957;p10"/>
                <p:cNvGrpSpPr/>
                <p:nvPr/>
              </p:nvGrpSpPr>
              <p:grpSpPr>
                <a:xfrm>
                  <a:off x="-2866744" y="518074"/>
                  <a:ext cx="168701" cy="132575"/>
                  <a:chOff x="-2866744" y="518074"/>
                  <a:chExt cx="168701" cy="132575"/>
                </a:xfrm>
              </p:grpSpPr>
              <p:cxnSp>
                <p:nvCxnSpPr>
                  <p:cNvPr id="958" name="Google Shape;958;p10"/>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59" name="Google Shape;959;p10"/>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60" name="Google Shape;960;p10"/>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61" name="Google Shape;961;p10"/>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62" name="Google Shape;962;p10"/>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963" name="Google Shape;963;p10"/>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964" name="Google Shape;964;p10"/>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965" name="Google Shape;965;p10"/>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966" name="Google Shape;966;p10"/>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967" name="Google Shape;967;p10"/>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968" name="Google Shape;968;p10"/>
              <p:cNvGrpSpPr/>
              <p:nvPr/>
            </p:nvGrpSpPr>
            <p:grpSpPr>
              <a:xfrm>
                <a:off x="-2916763" y="769168"/>
                <a:ext cx="268738" cy="248381"/>
                <a:chOff x="-2916763" y="769168"/>
                <a:chExt cx="268738" cy="248381"/>
              </a:xfrm>
            </p:grpSpPr>
            <p:sp>
              <p:nvSpPr>
                <p:cNvPr id="969" name="Google Shape;969;p10"/>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970" name="Google Shape;970;p10"/>
                <p:cNvGrpSpPr/>
                <p:nvPr/>
              </p:nvGrpSpPr>
              <p:grpSpPr>
                <a:xfrm>
                  <a:off x="-2866744" y="827071"/>
                  <a:ext cx="168701" cy="132575"/>
                  <a:chOff x="-2866744" y="827071"/>
                  <a:chExt cx="168701" cy="132575"/>
                </a:xfrm>
              </p:grpSpPr>
              <p:cxnSp>
                <p:nvCxnSpPr>
                  <p:cNvPr id="971" name="Google Shape;971;p10"/>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72" name="Google Shape;972;p10"/>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73" name="Google Shape;973;p10"/>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74" name="Google Shape;974;p10"/>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75" name="Google Shape;975;p10"/>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976" name="Google Shape;976;p10"/>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977" name="Google Shape;977;p10"/>
              <p:cNvGrpSpPr/>
              <p:nvPr/>
            </p:nvGrpSpPr>
            <p:grpSpPr>
              <a:xfrm>
                <a:off x="-2916763" y="460171"/>
                <a:ext cx="268738" cy="248381"/>
                <a:chOff x="-2916763" y="460171"/>
                <a:chExt cx="268738" cy="248381"/>
              </a:xfrm>
            </p:grpSpPr>
            <p:sp>
              <p:nvSpPr>
                <p:cNvPr id="978" name="Google Shape;978;p10"/>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979" name="Google Shape;979;p10"/>
                <p:cNvGrpSpPr/>
                <p:nvPr/>
              </p:nvGrpSpPr>
              <p:grpSpPr>
                <a:xfrm>
                  <a:off x="-2866744" y="518074"/>
                  <a:ext cx="168701" cy="132575"/>
                  <a:chOff x="-2866744" y="518074"/>
                  <a:chExt cx="168701" cy="132575"/>
                </a:xfrm>
              </p:grpSpPr>
              <p:cxnSp>
                <p:nvCxnSpPr>
                  <p:cNvPr id="980" name="Google Shape;980;p10"/>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81" name="Google Shape;981;p10"/>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82" name="Google Shape;982;p10"/>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83" name="Google Shape;983;p10"/>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984" name="Google Shape;984;p10"/>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985" name="Google Shape;985;p10"/>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986" name="Google Shape;986;p10"/>
          <p:cNvGrpSpPr/>
          <p:nvPr/>
        </p:nvGrpSpPr>
        <p:grpSpPr>
          <a:xfrm>
            <a:off x="12377595" y="0"/>
            <a:ext cx="3693386" cy="5270646"/>
            <a:chOff x="-3786437" y="0"/>
            <a:chExt cx="3693386" cy="5270646"/>
          </a:xfrm>
        </p:grpSpPr>
        <p:sp>
          <p:nvSpPr>
            <p:cNvPr id="987" name="Google Shape;987;p10"/>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988" name="Google Shape;988;p10"/>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989" name="Google Shape;989;p10"/>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990" name="Google Shape;990;p10"/>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991" name="Google Shape;991;p10"/>
            <p:cNvGrpSpPr/>
            <p:nvPr/>
          </p:nvGrpSpPr>
          <p:grpSpPr>
            <a:xfrm>
              <a:off x="-3316179" y="1231351"/>
              <a:ext cx="294789" cy="346676"/>
              <a:chOff x="14466489" y="1001522"/>
              <a:chExt cx="290627" cy="341782"/>
            </a:xfrm>
          </p:grpSpPr>
          <p:sp>
            <p:nvSpPr>
              <p:cNvPr id="992" name="Google Shape;992;p10"/>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993" name="Google Shape;993;p10"/>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994" name="Google Shape;994;p10"/>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995" name="Google Shape;995;p10"/>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996" name="Google Shape;996;p10"/>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997" name="Google Shape;997;p10"/>
              <p:cNvCxnSpPr>
                <a:stCxn id="995"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998" name="Google Shape;998;p10"/>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999" name="Google Shape;999;p10"/>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000" name="Google Shape;1000;p10"/>
            <p:cNvGrpSpPr/>
            <p:nvPr/>
          </p:nvGrpSpPr>
          <p:grpSpPr>
            <a:xfrm>
              <a:off x="-3311319" y="2164285"/>
              <a:ext cx="825500" cy="209550"/>
              <a:chOff x="13504624" y="2482850"/>
              <a:chExt cx="825500" cy="209550"/>
            </a:xfrm>
          </p:grpSpPr>
          <p:sp>
            <p:nvSpPr>
              <p:cNvPr id="1001" name="Google Shape;1001;p10"/>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002" name="Google Shape;1002;p10"/>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003" name="Google Shape;1003;p10"/>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004" name="Google Shape;1004;p10"/>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005" name="Google Shape;1005;p10"/>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006" name="Google Shape;1006;p10"/>
            <p:cNvGrpSpPr/>
            <p:nvPr/>
          </p:nvGrpSpPr>
          <p:grpSpPr>
            <a:xfrm>
              <a:off x="-3408294" y="3643742"/>
              <a:ext cx="622283" cy="612920"/>
              <a:chOff x="12617641" y="3403239"/>
              <a:chExt cx="752963" cy="741634"/>
            </a:xfrm>
          </p:grpSpPr>
          <p:grpSp>
            <p:nvGrpSpPr>
              <p:cNvPr id="1007" name="Google Shape;1007;p10"/>
              <p:cNvGrpSpPr/>
              <p:nvPr/>
            </p:nvGrpSpPr>
            <p:grpSpPr>
              <a:xfrm>
                <a:off x="12771530" y="3403239"/>
                <a:ext cx="467176" cy="448491"/>
                <a:chOff x="12782157" y="3403239"/>
                <a:chExt cx="467176" cy="448491"/>
              </a:xfrm>
            </p:grpSpPr>
            <p:grpSp>
              <p:nvGrpSpPr>
                <p:cNvPr id="1008" name="Google Shape;1008;p10"/>
                <p:cNvGrpSpPr/>
                <p:nvPr/>
              </p:nvGrpSpPr>
              <p:grpSpPr>
                <a:xfrm>
                  <a:off x="12782157" y="3403239"/>
                  <a:ext cx="412976" cy="396132"/>
                  <a:chOff x="13554906" y="3320109"/>
                  <a:chExt cx="443917" cy="425811"/>
                </a:xfrm>
              </p:grpSpPr>
              <p:grpSp>
                <p:nvGrpSpPr>
                  <p:cNvPr id="1009" name="Google Shape;1009;p10"/>
                  <p:cNvGrpSpPr/>
                  <p:nvPr/>
                </p:nvGrpSpPr>
                <p:grpSpPr>
                  <a:xfrm>
                    <a:off x="13554906" y="3320109"/>
                    <a:ext cx="443917" cy="425811"/>
                    <a:chOff x="12909684" y="1276143"/>
                    <a:chExt cx="443917" cy="425811"/>
                  </a:xfrm>
                </p:grpSpPr>
                <p:sp>
                  <p:nvSpPr>
                    <p:cNvPr id="1010" name="Google Shape;1010;p10"/>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011" name="Google Shape;1011;p10"/>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012" name="Google Shape;1012;p10"/>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013" name="Google Shape;1013;p10"/>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014" name="Google Shape;1014;p10"/>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015" name="Google Shape;1015;p10"/>
                <p:cNvGrpSpPr/>
                <p:nvPr/>
              </p:nvGrpSpPr>
              <p:grpSpPr>
                <a:xfrm>
                  <a:off x="13103513" y="3705268"/>
                  <a:ext cx="145820" cy="146462"/>
                  <a:chOff x="13096169" y="3602278"/>
                  <a:chExt cx="145820" cy="146462"/>
                </a:xfrm>
              </p:grpSpPr>
              <p:sp>
                <p:nvSpPr>
                  <p:cNvPr id="1016" name="Google Shape;1016;p10"/>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017" name="Google Shape;1017;p10"/>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018" name="Google Shape;1018;p10"/>
                <p:cNvGrpSpPr/>
                <p:nvPr/>
              </p:nvGrpSpPr>
              <p:grpSpPr>
                <a:xfrm rot="10800000">
                  <a:off x="13061402" y="3665637"/>
                  <a:ext cx="145820" cy="146462"/>
                  <a:chOff x="13096169" y="3602278"/>
                  <a:chExt cx="145820" cy="146462"/>
                </a:xfrm>
              </p:grpSpPr>
              <p:sp>
                <p:nvSpPr>
                  <p:cNvPr id="1019" name="Google Shape;1019;p10"/>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020" name="Google Shape;1020;p10"/>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021" name="Google Shape;1021;p10"/>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022" name="Google Shape;1022;p10"/>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023" name="Google Shape;1023;p10"/>
            <p:cNvGrpSpPr/>
            <p:nvPr/>
          </p:nvGrpSpPr>
          <p:grpSpPr>
            <a:xfrm>
              <a:off x="-376736" y="4271597"/>
              <a:ext cx="283685" cy="283685"/>
              <a:chOff x="-510741" y="5913713"/>
              <a:chExt cx="267555" cy="267555"/>
            </a:xfrm>
          </p:grpSpPr>
          <p:sp>
            <p:nvSpPr>
              <p:cNvPr id="1024" name="Google Shape;1024;p10"/>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025" name="Google Shape;1025;p10"/>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026" name="Google Shape;1026;p10"/>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7" name="Google Shape;1027;p10"/>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028" name="Google Shape;1028;p10"/>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quot;templafy&quot;:{&quot;id&quot;:&quot;dcf4df24-2afd-4caa-af10-654e7ea71995&quot;}}" id="1029" name="Google Shape;1029;p10"/>
          <p:cNvPicPr preferRelativeResize="0"/>
          <p:nvPr/>
        </p:nvPicPr>
        <p:blipFill rotWithShape="1">
          <a:blip r:embed="rId3">
            <a:alphaModFix/>
          </a:blip>
          <a:srcRect b="0" l="0" r="0" t="0"/>
          <a:stretch/>
        </p:blipFill>
        <p:spPr>
          <a:xfrm>
            <a:off x="205200" y="205200"/>
            <a:ext cx="3031200" cy="30109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 Afbeelding + Titel" showMasterSp="0">
  <p:cSld name="3x Afbeelding + Titel">
    <p:spTree>
      <p:nvGrpSpPr>
        <p:cNvPr id="1030" name="Shape 1030"/>
        <p:cNvGrpSpPr/>
        <p:nvPr/>
      </p:nvGrpSpPr>
      <p:grpSpPr>
        <a:xfrm>
          <a:off x="0" y="0"/>
          <a:ext cx="0" cy="0"/>
          <a:chOff x="0" y="0"/>
          <a:chExt cx="0" cy="0"/>
        </a:xfrm>
      </p:grpSpPr>
      <p:sp>
        <p:nvSpPr>
          <p:cNvPr id="1031" name="Google Shape;1031;p11"/>
          <p:cNvSpPr/>
          <p:nvPr>
            <p:ph idx="2" type="pic"/>
          </p:nvPr>
        </p:nvSpPr>
        <p:spPr>
          <a:xfrm>
            <a:off x="514350" y="1700808"/>
            <a:ext cx="3510000" cy="4359600"/>
          </a:xfrm>
          <a:prstGeom prst="rect">
            <a:avLst/>
          </a:prstGeom>
          <a:noFill/>
          <a:ln>
            <a:noFill/>
          </a:ln>
        </p:spPr>
      </p:sp>
      <p:sp>
        <p:nvSpPr>
          <p:cNvPr id="1032" name="Google Shape;1032;p11"/>
          <p:cNvSpPr/>
          <p:nvPr>
            <p:ph idx="3" type="pic"/>
          </p:nvPr>
        </p:nvSpPr>
        <p:spPr>
          <a:xfrm>
            <a:off x="4341600" y="1700808"/>
            <a:ext cx="3510000" cy="4359600"/>
          </a:xfrm>
          <a:prstGeom prst="rect">
            <a:avLst/>
          </a:prstGeom>
          <a:noFill/>
          <a:ln>
            <a:noFill/>
          </a:ln>
        </p:spPr>
      </p:sp>
      <p:sp>
        <p:nvSpPr>
          <p:cNvPr id="1033" name="Google Shape;1033;p11"/>
          <p:cNvSpPr/>
          <p:nvPr>
            <p:ph idx="4" type="pic"/>
          </p:nvPr>
        </p:nvSpPr>
        <p:spPr>
          <a:xfrm>
            <a:off x="8167652" y="1700808"/>
            <a:ext cx="3510000" cy="4359600"/>
          </a:xfrm>
          <a:prstGeom prst="rect">
            <a:avLst/>
          </a:prstGeom>
          <a:noFill/>
          <a:ln>
            <a:noFill/>
          </a:ln>
        </p:spPr>
      </p:sp>
      <p:grpSp>
        <p:nvGrpSpPr>
          <p:cNvPr id="1034" name="Google Shape;1034;p11"/>
          <p:cNvGrpSpPr/>
          <p:nvPr/>
        </p:nvGrpSpPr>
        <p:grpSpPr>
          <a:xfrm>
            <a:off x="-3786437" y="0"/>
            <a:ext cx="3693386" cy="5359349"/>
            <a:chOff x="-3786437" y="0"/>
            <a:chExt cx="3693386" cy="5359349"/>
          </a:xfrm>
        </p:grpSpPr>
        <p:sp>
          <p:nvSpPr>
            <p:cNvPr id="1035" name="Google Shape;1035;p11"/>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036" name="Google Shape;1036;p11"/>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037" name="Google Shape;1037;p11"/>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038" name="Google Shape;1038;p11"/>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039" name="Google Shape;1039;p11"/>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040" name="Google Shape;1040;p11"/>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041" name="Google Shape;1041;p11"/>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042" name="Google Shape;1042;p11"/>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043" name="Google Shape;1043;p11"/>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044" name="Google Shape;1044;p11"/>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045" name="Google Shape;1045;p11"/>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046" name="Google Shape;1046;p11"/>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047" name="Google Shape;1047;p11"/>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048" name="Google Shape;1048;p11"/>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049" name="Google Shape;1049;p11"/>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050" name="Google Shape;1050;p11"/>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051" name="Google Shape;1051;p11"/>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052" name="Google Shape;1052;p11"/>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053" name="Google Shape;1053;p11"/>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054" name="Google Shape;1054;p11"/>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055" name="Google Shape;1055;p11"/>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056" name="Google Shape;1056;p11"/>
            <p:cNvGrpSpPr/>
            <p:nvPr/>
          </p:nvGrpSpPr>
          <p:grpSpPr>
            <a:xfrm>
              <a:off x="-376736" y="4400186"/>
              <a:ext cx="283685" cy="283685"/>
              <a:chOff x="-510741" y="5913713"/>
              <a:chExt cx="267555" cy="267555"/>
            </a:xfrm>
          </p:grpSpPr>
          <p:sp>
            <p:nvSpPr>
              <p:cNvPr id="1057" name="Google Shape;1057;p11"/>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058" name="Google Shape;1058;p11"/>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059" name="Google Shape;1059;p11"/>
            <p:cNvGrpSpPr/>
            <p:nvPr/>
          </p:nvGrpSpPr>
          <p:grpSpPr>
            <a:xfrm>
              <a:off x="-3605171" y="458674"/>
              <a:ext cx="3234311" cy="558875"/>
              <a:chOff x="-3605171" y="458674"/>
              <a:chExt cx="3234311" cy="558875"/>
            </a:xfrm>
          </p:grpSpPr>
          <p:sp>
            <p:nvSpPr>
              <p:cNvPr id="1060" name="Google Shape;1060;p11"/>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061" name="Google Shape;1061;p11"/>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062" name="Google Shape;1062;p11"/>
              <p:cNvGrpSpPr/>
              <p:nvPr/>
            </p:nvGrpSpPr>
            <p:grpSpPr>
              <a:xfrm>
                <a:off x="-3386247" y="830871"/>
                <a:ext cx="139423" cy="109566"/>
                <a:chOff x="-2866744" y="827071"/>
                <a:chExt cx="168701" cy="132575"/>
              </a:xfrm>
            </p:grpSpPr>
            <p:grpSp>
              <p:nvGrpSpPr>
                <p:cNvPr id="1063" name="Google Shape;1063;p11"/>
                <p:cNvGrpSpPr/>
                <p:nvPr/>
              </p:nvGrpSpPr>
              <p:grpSpPr>
                <a:xfrm>
                  <a:off x="-2866744" y="827071"/>
                  <a:ext cx="168701" cy="132575"/>
                  <a:chOff x="-2866744" y="827071"/>
                  <a:chExt cx="168701" cy="132575"/>
                </a:xfrm>
              </p:grpSpPr>
              <p:cxnSp>
                <p:nvCxnSpPr>
                  <p:cNvPr id="1064" name="Google Shape;1064;p11"/>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65" name="Google Shape;1065;p11"/>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66" name="Google Shape;1066;p11"/>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67" name="Google Shape;1067;p11"/>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68" name="Google Shape;1068;p11"/>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069" name="Google Shape;1069;p11"/>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070" name="Google Shape;1070;p11"/>
              <p:cNvGrpSpPr/>
              <p:nvPr/>
            </p:nvGrpSpPr>
            <p:grpSpPr>
              <a:xfrm>
                <a:off x="-3605171" y="830871"/>
                <a:ext cx="139423" cy="109566"/>
                <a:chOff x="-2866744" y="518074"/>
                <a:chExt cx="168701" cy="132575"/>
              </a:xfrm>
            </p:grpSpPr>
            <p:grpSp>
              <p:nvGrpSpPr>
                <p:cNvPr id="1071" name="Google Shape;1071;p11"/>
                <p:cNvGrpSpPr/>
                <p:nvPr/>
              </p:nvGrpSpPr>
              <p:grpSpPr>
                <a:xfrm>
                  <a:off x="-2866744" y="518074"/>
                  <a:ext cx="168701" cy="132575"/>
                  <a:chOff x="-2866744" y="518074"/>
                  <a:chExt cx="168701" cy="132575"/>
                </a:xfrm>
              </p:grpSpPr>
              <p:cxnSp>
                <p:nvCxnSpPr>
                  <p:cNvPr id="1072" name="Google Shape;1072;p11"/>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73" name="Google Shape;1073;p11"/>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74" name="Google Shape;1074;p11"/>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75" name="Google Shape;1075;p11"/>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76" name="Google Shape;1076;p11"/>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077" name="Google Shape;1077;p11"/>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078" name="Google Shape;1078;p11"/>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079" name="Google Shape;1079;p11"/>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080" name="Google Shape;1080;p11"/>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081" name="Google Shape;1081;p11"/>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082" name="Google Shape;1082;p11"/>
              <p:cNvGrpSpPr/>
              <p:nvPr/>
            </p:nvGrpSpPr>
            <p:grpSpPr>
              <a:xfrm>
                <a:off x="-2916763" y="769168"/>
                <a:ext cx="268738" cy="248381"/>
                <a:chOff x="-2916763" y="769168"/>
                <a:chExt cx="268738" cy="248381"/>
              </a:xfrm>
            </p:grpSpPr>
            <p:sp>
              <p:nvSpPr>
                <p:cNvPr id="1083" name="Google Shape;1083;p11"/>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084" name="Google Shape;1084;p11"/>
                <p:cNvGrpSpPr/>
                <p:nvPr/>
              </p:nvGrpSpPr>
              <p:grpSpPr>
                <a:xfrm>
                  <a:off x="-2866744" y="827071"/>
                  <a:ext cx="168701" cy="132575"/>
                  <a:chOff x="-2866744" y="827071"/>
                  <a:chExt cx="168701" cy="132575"/>
                </a:xfrm>
              </p:grpSpPr>
              <p:cxnSp>
                <p:nvCxnSpPr>
                  <p:cNvPr id="1085" name="Google Shape;1085;p11"/>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86" name="Google Shape;1086;p11"/>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87" name="Google Shape;1087;p11"/>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88" name="Google Shape;1088;p11"/>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89" name="Google Shape;1089;p11"/>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090" name="Google Shape;1090;p11"/>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091" name="Google Shape;1091;p11"/>
              <p:cNvGrpSpPr/>
              <p:nvPr/>
            </p:nvGrpSpPr>
            <p:grpSpPr>
              <a:xfrm>
                <a:off x="-2916763" y="460171"/>
                <a:ext cx="268738" cy="248381"/>
                <a:chOff x="-2916763" y="460171"/>
                <a:chExt cx="268738" cy="248381"/>
              </a:xfrm>
            </p:grpSpPr>
            <p:sp>
              <p:nvSpPr>
                <p:cNvPr id="1092" name="Google Shape;1092;p11"/>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093" name="Google Shape;1093;p11"/>
                <p:cNvGrpSpPr/>
                <p:nvPr/>
              </p:nvGrpSpPr>
              <p:grpSpPr>
                <a:xfrm>
                  <a:off x="-2866744" y="518074"/>
                  <a:ext cx="168701" cy="132575"/>
                  <a:chOff x="-2866744" y="518074"/>
                  <a:chExt cx="168701" cy="132575"/>
                </a:xfrm>
              </p:grpSpPr>
              <p:cxnSp>
                <p:nvCxnSpPr>
                  <p:cNvPr id="1094" name="Google Shape;1094;p11"/>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95" name="Google Shape;1095;p11"/>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96" name="Google Shape;1096;p11"/>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97" name="Google Shape;1097;p11"/>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098" name="Google Shape;1098;p11"/>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099" name="Google Shape;1099;p11"/>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100" name="Google Shape;1100;p11"/>
          <p:cNvGrpSpPr/>
          <p:nvPr/>
        </p:nvGrpSpPr>
        <p:grpSpPr>
          <a:xfrm>
            <a:off x="12377595" y="0"/>
            <a:ext cx="3693386" cy="5270646"/>
            <a:chOff x="-3786437" y="0"/>
            <a:chExt cx="3693386" cy="5270646"/>
          </a:xfrm>
        </p:grpSpPr>
        <p:sp>
          <p:nvSpPr>
            <p:cNvPr id="1101" name="Google Shape;1101;p11"/>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102" name="Google Shape;1102;p11"/>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103" name="Google Shape;1103;p11"/>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104" name="Google Shape;1104;p11"/>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105" name="Google Shape;1105;p11"/>
            <p:cNvGrpSpPr/>
            <p:nvPr/>
          </p:nvGrpSpPr>
          <p:grpSpPr>
            <a:xfrm>
              <a:off x="-3316179" y="1231351"/>
              <a:ext cx="294789" cy="346676"/>
              <a:chOff x="14466489" y="1001522"/>
              <a:chExt cx="290627" cy="341782"/>
            </a:xfrm>
          </p:grpSpPr>
          <p:sp>
            <p:nvSpPr>
              <p:cNvPr id="1106" name="Google Shape;1106;p11"/>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107" name="Google Shape;1107;p11"/>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108" name="Google Shape;1108;p11"/>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109" name="Google Shape;1109;p11"/>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110" name="Google Shape;1110;p11"/>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111" name="Google Shape;1111;p11"/>
              <p:cNvCxnSpPr>
                <a:stCxn id="1109"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112" name="Google Shape;1112;p11"/>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113" name="Google Shape;1113;p11"/>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114" name="Google Shape;1114;p11"/>
            <p:cNvGrpSpPr/>
            <p:nvPr/>
          </p:nvGrpSpPr>
          <p:grpSpPr>
            <a:xfrm>
              <a:off x="-3311319" y="2164285"/>
              <a:ext cx="825500" cy="209550"/>
              <a:chOff x="13504624" y="2482850"/>
              <a:chExt cx="825500" cy="209550"/>
            </a:xfrm>
          </p:grpSpPr>
          <p:sp>
            <p:nvSpPr>
              <p:cNvPr id="1115" name="Google Shape;1115;p11"/>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116" name="Google Shape;1116;p11"/>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117" name="Google Shape;1117;p11"/>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118" name="Google Shape;1118;p11"/>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119" name="Google Shape;1119;p11"/>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120" name="Google Shape;1120;p11"/>
            <p:cNvGrpSpPr/>
            <p:nvPr/>
          </p:nvGrpSpPr>
          <p:grpSpPr>
            <a:xfrm>
              <a:off x="-3408294" y="3643742"/>
              <a:ext cx="622283" cy="612920"/>
              <a:chOff x="12617641" y="3403239"/>
              <a:chExt cx="752963" cy="741634"/>
            </a:xfrm>
          </p:grpSpPr>
          <p:grpSp>
            <p:nvGrpSpPr>
              <p:cNvPr id="1121" name="Google Shape;1121;p11"/>
              <p:cNvGrpSpPr/>
              <p:nvPr/>
            </p:nvGrpSpPr>
            <p:grpSpPr>
              <a:xfrm>
                <a:off x="12771530" y="3403239"/>
                <a:ext cx="467176" cy="448491"/>
                <a:chOff x="12782157" y="3403239"/>
                <a:chExt cx="467176" cy="448491"/>
              </a:xfrm>
            </p:grpSpPr>
            <p:grpSp>
              <p:nvGrpSpPr>
                <p:cNvPr id="1122" name="Google Shape;1122;p11"/>
                <p:cNvGrpSpPr/>
                <p:nvPr/>
              </p:nvGrpSpPr>
              <p:grpSpPr>
                <a:xfrm>
                  <a:off x="12782157" y="3403239"/>
                  <a:ext cx="412976" cy="396132"/>
                  <a:chOff x="13554906" y="3320109"/>
                  <a:chExt cx="443917" cy="425811"/>
                </a:xfrm>
              </p:grpSpPr>
              <p:grpSp>
                <p:nvGrpSpPr>
                  <p:cNvPr id="1123" name="Google Shape;1123;p11"/>
                  <p:cNvGrpSpPr/>
                  <p:nvPr/>
                </p:nvGrpSpPr>
                <p:grpSpPr>
                  <a:xfrm>
                    <a:off x="13554906" y="3320109"/>
                    <a:ext cx="443917" cy="425811"/>
                    <a:chOff x="12909684" y="1276143"/>
                    <a:chExt cx="443917" cy="425811"/>
                  </a:xfrm>
                </p:grpSpPr>
                <p:sp>
                  <p:nvSpPr>
                    <p:cNvPr id="1124" name="Google Shape;1124;p11"/>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125" name="Google Shape;1125;p11"/>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126" name="Google Shape;1126;p11"/>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127" name="Google Shape;1127;p11"/>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128" name="Google Shape;1128;p11"/>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129" name="Google Shape;1129;p11"/>
                <p:cNvGrpSpPr/>
                <p:nvPr/>
              </p:nvGrpSpPr>
              <p:grpSpPr>
                <a:xfrm>
                  <a:off x="13103513" y="3705268"/>
                  <a:ext cx="145820" cy="146462"/>
                  <a:chOff x="13096169" y="3602278"/>
                  <a:chExt cx="145820" cy="146462"/>
                </a:xfrm>
              </p:grpSpPr>
              <p:sp>
                <p:nvSpPr>
                  <p:cNvPr id="1130" name="Google Shape;1130;p11"/>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131" name="Google Shape;1131;p11"/>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132" name="Google Shape;1132;p11"/>
                <p:cNvGrpSpPr/>
                <p:nvPr/>
              </p:nvGrpSpPr>
              <p:grpSpPr>
                <a:xfrm rot="10800000">
                  <a:off x="13061402" y="3665637"/>
                  <a:ext cx="145820" cy="146462"/>
                  <a:chOff x="13096169" y="3602278"/>
                  <a:chExt cx="145820" cy="146462"/>
                </a:xfrm>
              </p:grpSpPr>
              <p:sp>
                <p:nvSpPr>
                  <p:cNvPr id="1133" name="Google Shape;1133;p11"/>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134" name="Google Shape;1134;p11"/>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135" name="Google Shape;1135;p11"/>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136" name="Google Shape;1136;p11"/>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137" name="Google Shape;1137;p11"/>
            <p:cNvGrpSpPr/>
            <p:nvPr/>
          </p:nvGrpSpPr>
          <p:grpSpPr>
            <a:xfrm>
              <a:off x="-376736" y="4271597"/>
              <a:ext cx="283685" cy="283685"/>
              <a:chOff x="-510741" y="5913713"/>
              <a:chExt cx="267555" cy="267555"/>
            </a:xfrm>
          </p:grpSpPr>
          <p:sp>
            <p:nvSpPr>
              <p:cNvPr id="1138" name="Google Shape;1138;p11"/>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139" name="Google Shape;1139;p11"/>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140" name="Google Shape;1140;p11"/>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1" name="Google Shape;1141;p11"/>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142" name="Google Shape;1142;p11"/>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quot;templafy&quot;:{&quot;id&quot;:&quot;80ce2486-842a-42fd-b000-370fd0e51355&quot;}}" id="1143" name="Google Shape;1143;p11"/>
          <p:cNvPicPr preferRelativeResize="0"/>
          <p:nvPr/>
        </p:nvPicPr>
        <p:blipFill rotWithShape="1">
          <a:blip r:embed="rId3">
            <a:alphaModFix/>
          </a:blip>
          <a:srcRect b="0" l="0" r="0" t="0"/>
          <a:stretch/>
        </p:blipFill>
        <p:spPr>
          <a:xfrm>
            <a:off x="205200" y="205200"/>
            <a:ext cx="3031200" cy="30109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3x Afbeelding + Tekst" showMasterSp="0">
  <p:cSld name="1_3x Afbeelding + Tekst">
    <p:bg>
      <p:bgPr>
        <a:solidFill>
          <a:srgbClr val="F2F2F2"/>
        </a:solidFill>
      </p:bgPr>
    </p:bg>
    <p:spTree>
      <p:nvGrpSpPr>
        <p:cNvPr id="1144" name="Shape 1144"/>
        <p:cNvGrpSpPr/>
        <p:nvPr/>
      </p:nvGrpSpPr>
      <p:grpSpPr>
        <a:xfrm>
          <a:off x="0" y="0"/>
          <a:ext cx="0" cy="0"/>
          <a:chOff x="0" y="0"/>
          <a:chExt cx="0" cy="0"/>
        </a:xfrm>
      </p:grpSpPr>
      <p:sp>
        <p:nvSpPr>
          <p:cNvPr id="1145" name="Google Shape;1145;p12"/>
          <p:cNvSpPr/>
          <p:nvPr/>
        </p:nvSpPr>
        <p:spPr>
          <a:xfrm>
            <a:off x="0" y="0"/>
            <a:ext cx="12192000" cy="70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146" name="Google Shape;1146;p12"/>
          <p:cNvSpPr/>
          <p:nvPr>
            <p:ph idx="2" type="pic"/>
          </p:nvPr>
        </p:nvSpPr>
        <p:spPr>
          <a:xfrm>
            <a:off x="514350" y="1633696"/>
            <a:ext cx="3510000" cy="2001600"/>
          </a:xfrm>
          <a:prstGeom prst="rect">
            <a:avLst/>
          </a:prstGeom>
          <a:noFill/>
          <a:ln>
            <a:noFill/>
          </a:ln>
        </p:spPr>
      </p:sp>
      <p:sp>
        <p:nvSpPr>
          <p:cNvPr id="1147" name="Google Shape;1147;p12"/>
          <p:cNvSpPr/>
          <p:nvPr>
            <p:ph idx="3" type="pic"/>
          </p:nvPr>
        </p:nvSpPr>
        <p:spPr>
          <a:xfrm>
            <a:off x="4341600" y="1633696"/>
            <a:ext cx="3510000" cy="2001600"/>
          </a:xfrm>
          <a:prstGeom prst="rect">
            <a:avLst/>
          </a:prstGeom>
          <a:noFill/>
          <a:ln>
            <a:noFill/>
          </a:ln>
        </p:spPr>
      </p:sp>
      <p:sp>
        <p:nvSpPr>
          <p:cNvPr id="1148" name="Google Shape;1148;p12"/>
          <p:cNvSpPr/>
          <p:nvPr>
            <p:ph idx="4" type="pic"/>
          </p:nvPr>
        </p:nvSpPr>
        <p:spPr>
          <a:xfrm>
            <a:off x="8167652" y="1628800"/>
            <a:ext cx="3510000" cy="2001600"/>
          </a:xfrm>
          <a:prstGeom prst="rect">
            <a:avLst/>
          </a:prstGeom>
          <a:noFill/>
          <a:ln>
            <a:noFill/>
          </a:ln>
        </p:spPr>
      </p:sp>
      <p:sp>
        <p:nvSpPr>
          <p:cNvPr id="1149" name="Google Shape;1149;p12"/>
          <p:cNvSpPr/>
          <p:nvPr/>
        </p:nvSpPr>
        <p:spPr>
          <a:xfrm>
            <a:off x="514350" y="3630400"/>
            <a:ext cx="3509999" cy="252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150" name="Google Shape;1150;p12"/>
          <p:cNvSpPr/>
          <p:nvPr/>
        </p:nvSpPr>
        <p:spPr>
          <a:xfrm>
            <a:off x="4356887" y="3630400"/>
            <a:ext cx="3509999" cy="252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151" name="Google Shape;1151;p12"/>
          <p:cNvSpPr/>
          <p:nvPr/>
        </p:nvSpPr>
        <p:spPr>
          <a:xfrm>
            <a:off x="8163997" y="3630400"/>
            <a:ext cx="3509999" cy="2520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152" name="Google Shape;1152;p12"/>
          <p:cNvSpPr txBox="1"/>
          <p:nvPr>
            <p:ph idx="1" type="body"/>
          </p:nvPr>
        </p:nvSpPr>
        <p:spPr>
          <a:xfrm>
            <a:off x="720000" y="3822496"/>
            <a:ext cx="3103200" cy="3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153" name="Google Shape;1153;p12"/>
          <p:cNvSpPr txBox="1"/>
          <p:nvPr>
            <p:ph idx="5" type="body"/>
          </p:nvPr>
        </p:nvSpPr>
        <p:spPr>
          <a:xfrm>
            <a:off x="720000" y="4398496"/>
            <a:ext cx="3103200" cy="1584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154" name="Google Shape;1154;p12"/>
          <p:cNvSpPr txBox="1"/>
          <p:nvPr>
            <p:ph idx="6" type="body"/>
          </p:nvPr>
        </p:nvSpPr>
        <p:spPr>
          <a:xfrm>
            <a:off x="4544400" y="3822496"/>
            <a:ext cx="3103200" cy="3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155" name="Google Shape;1155;p12"/>
          <p:cNvSpPr txBox="1"/>
          <p:nvPr>
            <p:ph idx="7" type="body"/>
          </p:nvPr>
        </p:nvSpPr>
        <p:spPr>
          <a:xfrm>
            <a:off x="4544400" y="4398496"/>
            <a:ext cx="3103200" cy="1584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156" name="Google Shape;1156;p12"/>
          <p:cNvSpPr txBox="1"/>
          <p:nvPr>
            <p:ph idx="8" type="body"/>
          </p:nvPr>
        </p:nvSpPr>
        <p:spPr>
          <a:xfrm>
            <a:off x="8370000" y="3822496"/>
            <a:ext cx="3103200" cy="3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157" name="Google Shape;1157;p12"/>
          <p:cNvSpPr txBox="1"/>
          <p:nvPr>
            <p:ph idx="9" type="body"/>
          </p:nvPr>
        </p:nvSpPr>
        <p:spPr>
          <a:xfrm>
            <a:off x="8370000" y="4398496"/>
            <a:ext cx="3103200" cy="1584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1158" name="Google Shape;1158;p12"/>
          <p:cNvGrpSpPr/>
          <p:nvPr/>
        </p:nvGrpSpPr>
        <p:grpSpPr>
          <a:xfrm>
            <a:off x="-3786437" y="0"/>
            <a:ext cx="3693386" cy="5359349"/>
            <a:chOff x="-3786437" y="0"/>
            <a:chExt cx="3693386" cy="5359349"/>
          </a:xfrm>
        </p:grpSpPr>
        <p:sp>
          <p:nvSpPr>
            <p:cNvPr id="1159" name="Google Shape;1159;p12"/>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160" name="Google Shape;1160;p12"/>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161" name="Google Shape;1161;p12"/>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162" name="Google Shape;1162;p12"/>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163" name="Google Shape;1163;p12"/>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164" name="Google Shape;1164;p12"/>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165" name="Google Shape;1165;p12"/>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166" name="Google Shape;1166;p12"/>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167" name="Google Shape;1167;p12"/>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168" name="Google Shape;1168;p12"/>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169" name="Google Shape;1169;p12"/>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170" name="Google Shape;1170;p12"/>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171" name="Google Shape;1171;p12"/>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172" name="Google Shape;1172;p12"/>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173" name="Google Shape;1173;p12"/>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174" name="Google Shape;1174;p12"/>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175" name="Google Shape;1175;p12"/>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176" name="Google Shape;1176;p12"/>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177" name="Google Shape;1177;p12"/>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178" name="Google Shape;1178;p12"/>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179" name="Google Shape;1179;p12"/>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180" name="Google Shape;1180;p12"/>
            <p:cNvGrpSpPr/>
            <p:nvPr/>
          </p:nvGrpSpPr>
          <p:grpSpPr>
            <a:xfrm>
              <a:off x="-376736" y="4400186"/>
              <a:ext cx="283685" cy="283685"/>
              <a:chOff x="-510741" y="5913713"/>
              <a:chExt cx="267555" cy="267555"/>
            </a:xfrm>
          </p:grpSpPr>
          <p:sp>
            <p:nvSpPr>
              <p:cNvPr id="1181" name="Google Shape;1181;p12"/>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182" name="Google Shape;1182;p12"/>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183" name="Google Shape;1183;p12"/>
            <p:cNvGrpSpPr/>
            <p:nvPr/>
          </p:nvGrpSpPr>
          <p:grpSpPr>
            <a:xfrm>
              <a:off x="-3605171" y="458674"/>
              <a:ext cx="3234311" cy="558875"/>
              <a:chOff x="-3605171" y="458674"/>
              <a:chExt cx="3234311" cy="558875"/>
            </a:xfrm>
          </p:grpSpPr>
          <p:sp>
            <p:nvSpPr>
              <p:cNvPr id="1184" name="Google Shape;1184;p12"/>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185" name="Google Shape;1185;p12"/>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186" name="Google Shape;1186;p12"/>
              <p:cNvGrpSpPr/>
              <p:nvPr/>
            </p:nvGrpSpPr>
            <p:grpSpPr>
              <a:xfrm>
                <a:off x="-3386247" y="830871"/>
                <a:ext cx="139423" cy="109566"/>
                <a:chOff x="-2866744" y="827071"/>
                <a:chExt cx="168701" cy="132575"/>
              </a:xfrm>
            </p:grpSpPr>
            <p:grpSp>
              <p:nvGrpSpPr>
                <p:cNvPr id="1187" name="Google Shape;1187;p12"/>
                <p:cNvGrpSpPr/>
                <p:nvPr/>
              </p:nvGrpSpPr>
              <p:grpSpPr>
                <a:xfrm>
                  <a:off x="-2866744" y="827071"/>
                  <a:ext cx="168701" cy="132575"/>
                  <a:chOff x="-2866744" y="827071"/>
                  <a:chExt cx="168701" cy="132575"/>
                </a:xfrm>
              </p:grpSpPr>
              <p:cxnSp>
                <p:nvCxnSpPr>
                  <p:cNvPr id="1188" name="Google Shape;1188;p12"/>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89" name="Google Shape;1189;p12"/>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90" name="Google Shape;1190;p12"/>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91" name="Google Shape;1191;p12"/>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92" name="Google Shape;1192;p12"/>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193" name="Google Shape;1193;p12"/>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194" name="Google Shape;1194;p12"/>
              <p:cNvGrpSpPr/>
              <p:nvPr/>
            </p:nvGrpSpPr>
            <p:grpSpPr>
              <a:xfrm>
                <a:off x="-3605171" y="830871"/>
                <a:ext cx="139423" cy="109566"/>
                <a:chOff x="-2866744" y="518074"/>
                <a:chExt cx="168701" cy="132575"/>
              </a:xfrm>
            </p:grpSpPr>
            <p:grpSp>
              <p:nvGrpSpPr>
                <p:cNvPr id="1195" name="Google Shape;1195;p12"/>
                <p:cNvGrpSpPr/>
                <p:nvPr/>
              </p:nvGrpSpPr>
              <p:grpSpPr>
                <a:xfrm>
                  <a:off x="-2866744" y="518074"/>
                  <a:ext cx="168701" cy="132575"/>
                  <a:chOff x="-2866744" y="518074"/>
                  <a:chExt cx="168701" cy="132575"/>
                </a:xfrm>
              </p:grpSpPr>
              <p:cxnSp>
                <p:nvCxnSpPr>
                  <p:cNvPr id="1196" name="Google Shape;1196;p12"/>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97" name="Google Shape;1197;p12"/>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98" name="Google Shape;1198;p12"/>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199" name="Google Shape;1199;p12"/>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00" name="Google Shape;1200;p12"/>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201" name="Google Shape;1201;p12"/>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202" name="Google Shape;1202;p12"/>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203" name="Google Shape;1203;p12"/>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204" name="Google Shape;1204;p12"/>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205" name="Google Shape;1205;p12"/>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206" name="Google Shape;1206;p12"/>
              <p:cNvGrpSpPr/>
              <p:nvPr/>
            </p:nvGrpSpPr>
            <p:grpSpPr>
              <a:xfrm>
                <a:off x="-2916763" y="769168"/>
                <a:ext cx="268738" cy="248381"/>
                <a:chOff x="-2916763" y="769168"/>
                <a:chExt cx="268738" cy="248381"/>
              </a:xfrm>
            </p:grpSpPr>
            <p:sp>
              <p:nvSpPr>
                <p:cNvPr id="1207" name="Google Shape;1207;p12"/>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208" name="Google Shape;1208;p12"/>
                <p:cNvGrpSpPr/>
                <p:nvPr/>
              </p:nvGrpSpPr>
              <p:grpSpPr>
                <a:xfrm>
                  <a:off x="-2866744" y="827071"/>
                  <a:ext cx="168701" cy="132575"/>
                  <a:chOff x="-2866744" y="827071"/>
                  <a:chExt cx="168701" cy="132575"/>
                </a:xfrm>
              </p:grpSpPr>
              <p:cxnSp>
                <p:nvCxnSpPr>
                  <p:cNvPr id="1209" name="Google Shape;1209;p12"/>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10" name="Google Shape;1210;p12"/>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11" name="Google Shape;1211;p12"/>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12" name="Google Shape;1212;p12"/>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13" name="Google Shape;1213;p12"/>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214" name="Google Shape;1214;p12"/>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215" name="Google Shape;1215;p12"/>
              <p:cNvGrpSpPr/>
              <p:nvPr/>
            </p:nvGrpSpPr>
            <p:grpSpPr>
              <a:xfrm>
                <a:off x="-2916763" y="460171"/>
                <a:ext cx="268738" cy="248381"/>
                <a:chOff x="-2916763" y="460171"/>
                <a:chExt cx="268738" cy="248381"/>
              </a:xfrm>
            </p:grpSpPr>
            <p:sp>
              <p:nvSpPr>
                <p:cNvPr id="1216" name="Google Shape;1216;p12"/>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217" name="Google Shape;1217;p12"/>
                <p:cNvGrpSpPr/>
                <p:nvPr/>
              </p:nvGrpSpPr>
              <p:grpSpPr>
                <a:xfrm>
                  <a:off x="-2866744" y="518074"/>
                  <a:ext cx="168701" cy="132575"/>
                  <a:chOff x="-2866744" y="518074"/>
                  <a:chExt cx="168701" cy="132575"/>
                </a:xfrm>
              </p:grpSpPr>
              <p:cxnSp>
                <p:nvCxnSpPr>
                  <p:cNvPr id="1218" name="Google Shape;1218;p12"/>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19" name="Google Shape;1219;p12"/>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20" name="Google Shape;1220;p12"/>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21" name="Google Shape;1221;p12"/>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222" name="Google Shape;1222;p12"/>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223" name="Google Shape;1223;p12"/>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224" name="Google Shape;1224;p12"/>
          <p:cNvGrpSpPr/>
          <p:nvPr/>
        </p:nvGrpSpPr>
        <p:grpSpPr>
          <a:xfrm>
            <a:off x="12377595" y="0"/>
            <a:ext cx="3693386" cy="5270646"/>
            <a:chOff x="-3786437" y="0"/>
            <a:chExt cx="3693386" cy="5270646"/>
          </a:xfrm>
        </p:grpSpPr>
        <p:sp>
          <p:nvSpPr>
            <p:cNvPr id="1225" name="Google Shape;1225;p12"/>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226" name="Google Shape;1226;p12"/>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227" name="Google Shape;1227;p12"/>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228" name="Google Shape;1228;p12"/>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229" name="Google Shape;1229;p12"/>
            <p:cNvGrpSpPr/>
            <p:nvPr/>
          </p:nvGrpSpPr>
          <p:grpSpPr>
            <a:xfrm>
              <a:off x="-3316179" y="1231351"/>
              <a:ext cx="294789" cy="346676"/>
              <a:chOff x="14466489" y="1001522"/>
              <a:chExt cx="290627" cy="341782"/>
            </a:xfrm>
          </p:grpSpPr>
          <p:sp>
            <p:nvSpPr>
              <p:cNvPr id="1230" name="Google Shape;1230;p12"/>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231" name="Google Shape;1231;p12"/>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232" name="Google Shape;1232;p12"/>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233" name="Google Shape;1233;p12"/>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234" name="Google Shape;1234;p12"/>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235" name="Google Shape;1235;p12"/>
              <p:cNvCxnSpPr>
                <a:stCxn id="1233"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236" name="Google Shape;1236;p12"/>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237" name="Google Shape;1237;p12"/>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238" name="Google Shape;1238;p12"/>
            <p:cNvGrpSpPr/>
            <p:nvPr/>
          </p:nvGrpSpPr>
          <p:grpSpPr>
            <a:xfrm>
              <a:off x="-3311319" y="2164285"/>
              <a:ext cx="825500" cy="209550"/>
              <a:chOff x="13504624" y="2482850"/>
              <a:chExt cx="825500" cy="209550"/>
            </a:xfrm>
          </p:grpSpPr>
          <p:sp>
            <p:nvSpPr>
              <p:cNvPr id="1239" name="Google Shape;1239;p12"/>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240" name="Google Shape;1240;p12"/>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241" name="Google Shape;1241;p12"/>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242" name="Google Shape;1242;p12"/>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243" name="Google Shape;1243;p12"/>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244" name="Google Shape;1244;p12"/>
            <p:cNvGrpSpPr/>
            <p:nvPr/>
          </p:nvGrpSpPr>
          <p:grpSpPr>
            <a:xfrm>
              <a:off x="-3408294" y="3643742"/>
              <a:ext cx="622283" cy="612920"/>
              <a:chOff x="12617641" y="3403239"/>
              <a:chExt cx="752963" cy="741634"/>
            </a:xfrm>
          </p:grpSpPr>
          <p:grpSp>
            <p:nvGrpSpPr>
              <p:cNvPr id="1245" name="Google Shape;1245;p12"/>
              <p:cNvGrpSpPr/>
              <p:nvPr/>
            </p:nvGrpSpPr>
            <p:grpSpPr>
              <a:xfrm>
                <a:off x="12771530" y="3403239"/>
                <a:ext cx="467176" cy="448491"/>
                <a:chOff x="12782157" y="3403239"/>
                <a:chExt cx="467176" cy="448491"/>
              </a:xfrm>
            </p:grpSpPr>
            <p:grpSp>
              <p:nvGrpSpPr>
                <p:cNvPr id="1246" name="Google Shape;1246;p12"/>
                <p:cNvGrpSpPr/>
                <p:nvPr/>
              </p:nvGrpSpPr>
              <p:grpSpPr>
                <a:xfrm>
                  <a:off x="12782157" y="3403239"/>
                  <a:ext cx="412976" cy="396132"/>
                  <a:chOff x="13554906" y="3320109"/>
                  <a:chExt cx="443917" cy="425811"/>
                </a:xfrm>
              </p:grpSpPr>
              <p:grpSp>
                <p:nvGrpSpPr>
                  <p:cNvPr id="1247" name="Google Shape;1247;p12"/>
                  <p:cNvGrpSpPr/>
                  <p:nvPr/>
                </p:nvGrpSpPr>
                <p:grpSpPr>
                  <a:xfrm>
                    <a:off x="13554906" y="3320109"/>
                    <a:ext cx="443917" cy="425811"/>
                    <a:chOff x="12909684" y="1276143"/>
                    <a:chExt cx="443917" cy="425811"/>
                  </a:xfrm>
                </p:grpSpPr>
                <p:sp>
                  <p:nvSpPr>
                    <p:cNvPr id="1248" name="Google Shape;1248;p12"/>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249" name="Google Shape;1249;p12"/>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250" name="Google Shape;1250;p12"/>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251" name="Google Shape;1251;p12"/>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252" name="Google Shape;1252;p12"/>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253" name="Google Shape;1253;p12"/>
                <p:cNvGrpSpPr/>
                <p:nvPr/>
              </p:nvGrpSpPr>
              <p:grpSpPr>
                <a:xfrm>
                  <a:off x="13103513" y="3705268"/>
                  <a:ext cx="145820" cy="146462"/>
                  <a:chOff x="13096169" y="3602278"/>
                  <a:chExt cx="145820" cy="146462"/>
                </a:xfrm>
              </p:grpSpPr>
              <p:sp>
                <p:nvSpPr>
                  <p:cNvPr id="1254" name="Google Shape;1254;p12"/>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255" name="Google Shape;1255;p12"/>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256" name="Google Shape;1256;p12"/>
                <p:cNvGrpSpPr/>
                <p:nvPr/>
              </p:nvGrpSpPr>
              <p:grpSpPr>
                <a:xfrm rot="10800000">
                  <a:off x="13061402" y="3665637"/>
                  <a:ext cx="145820" cy="146462"/>
                  <a:chOff x="13096169" y="3602278"/>
                  <a:chExt cx="145820" cy="146462"/>
                </a:xfrm>
              </p:grpSpPr>
              <p:sp>
                <p:nvSpPr>
                  <p:cNvPr id="1257" name="Google Shape;1257;p12"/>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258" name="Google Shape;1258;p12"/>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259" name="Google Shape;1259;p12"/>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260" name="Google Shape;1260;p12"/>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261" name="Google Shape;1261;p12"/>
            <p:cNvGrpSpPr/>
            <p:nvPr/>
          </p:nvGrpSpPr>
          <p:grpSpPr>
            <a:xfrm>
              <a:off x="-376736" y="4271597"/>
              <a:ext cx="283685" cy="283685"/>
              <a:chOff x="-510741" y="5913713"/>
              <a:chExt cx="267555" cy="267555"/>
            </a:xfrm>
          </p:grpSpPr>
          <p:sp>
            <p:nvSpPr>
              <p:cNvPr id="1262" name="Google Shape;1262;p12"/>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263" name="Google Shape;1263;p12"/>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264" name="Google Shape;1264;p12"/>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5" name="Google Shape;1265;p12"/>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266" name="Google Shape;1266;p12"/>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quot;templafy&quot;:{&quot;id&quot;:&quot;fa50bdd0-f8e6-474d-9692-87757df76ca0&quot;}}" id="1267" name="Google Shape;1267;p12"/>
          <p:cNvPicPr preferRelativeResize="0"/>
          <p:nvPr/>
        </p:nvPicPr>
        <p:blipFill rotWithShape="1">
          <a:blip r:embed="rId3">
            <a:alphaModFix/>
          </a:blip>
          <a:srcRect b="0" l="0" r="0" t="0"/>
          <a:stretch/>
        </p:blipFill>
        <p:spPr>
          <a:xfrm>
            <a:off x="205200" y="205200"/>
            <a:ext cx="3008064" cy="2988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aslide + 4 Afbeeldingen" showMasterSp="0">
  <p:cSld name="Themaslide + 4 Afbeeldingen">
    <p:bg>
      <p:bgPr>
        <a:solidFill>
          <a:schemeClr val="lt1"/>
        </a:solidFill>
      </p:bgPr>
    </p:bg>
    <p:spTree>
      <p:nvGrpSpPr>
        <p:cNvPr id="1268" name="Shape 1268"/>
        <p:cNvGrpSpPr/>
        <p:nvPr/>
      </p:nvGrpSpPr>
      <p:grpSpPr>
        <a:xfrm>
          <a:off x="0" y="0"/>
          <a:ext cx="0" cy="0"/>
          <a:chOff x="0" y="0"/>
          <a:chExt cx="0" cy="0"/>
        </a:xfrm>
      </p:grpSpPr>
      <p:sp>
        <p:nvSpPr>
          <p:cNvPr id="1269" name="Google Shape;1269;p13"/>
          <p:cNvSpPr/>
          <p:nvPr/>
        </p:nvSpPr>
        <p:spPr>
          <a:xfrm>
            <a:off x="6244746" y="1628800"/>
            <a:ext cx="2559600" cy="4532400"/>
          </a:xfrm>
          <a:prstGeom prst="rect">
            <a:avLst/>
          </a:prstGeom>
          <a:solidFill>
            <a:schemeClr val="lt1"/>
          </a:solidFill>
          <a:ln cap="flat" cmpd="sng" w="12700">
            <a:solidFill>
              <a:srgbClr val="EBEBE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270" name="Google Shape;1270;p13"/>
          <p:cNvSpPr/>
          <p:nvPr/>
        </p:nvSpPr>
        <p:spPr>
          <a:xfrm>
            <a:off x="514350" y="1628800"/>
            <a:ext cx="2559600" cy="4532400"/>
          </a:xfrm>
          <a:prstGeom prst="rect">
            <a:avLst/>
          </a:prstGeom>
          <a:solidFill>
            <a:schemeClr val="lt1"/>
          </a:solidFill>
          <a:ln cap="flat" cmpd="sng" w="12700">
            <a:solidFill>
              <a:srgbClr val="EBEBE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271" name="Google Shape;1271;p13"/>
          <p:cNvSpPr/>
          <p:nvPr/>
        </p:nvSpPr>
        <p:spPr>
          <a:xfrm>
            <a:off x="9114396" y="1636924"/>
            <a:ext cx="2559600" cy="4532400"/>
          </a:xfrm>
          <a:prstGeom prst="rect">
            <a:avLst/>
          </a:prstGeom>
          <a:solidFill>
            <a:schemeClr val="lt1"/>
          </a:solidFill>
          <a:ln cap="flat" cmpd="sng" w="12700">
            <a:solidFill>
              <a:srgbClr val="EBEBE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272" name="Google Shape;1272;p13"/>
          <p:cNvSpPr/>
          <p:nvPr/>
        </p:nvSpPr>
        <p:spPr>
          <a:xfrm>
            <a:off x="3379950" y="1628800"/>
            <a:ext cx="2559600" cy="4532400"/>
          </a:xfrm>
          <a:prstGeom prst="rect">
            <a:avLst/>
          </a:prstGeom>
          <a:solidFill>
            <a:schemeClr val="lt1"/>
          </a:solidFill>
          <a:ln cap="flat" cmpd="sng" w="12700">
            <a:solidFill>
              <a:srgbClr val="EBEBE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273" name="Google Shape;1273;p13"/>
          <p:cNvSpPr/>
          <p:nvPr>
            <p:ph idx="2" type="pic"/>
          </p:nvPr>
        </p:nvSpPr>
        <p:spPr>
          <a:xfrm>
            <a:off x="514350" y="1633696"/>
            <a:ext cx="2559600" cy="2001600"/>
          </a:xfrm>
          <a:prstGeom prst="rect">
            <a:avLst/>
          </a:prstGeom>
          <a:noFill/>
          <a:ln>
            <a:noFill/>
          </a:ln>
        </p:spPr>
      </p:sp>
      <p:sp>
        <p:nvSpPr>
          <p:cNvPr id="1274" name="Google Shape;1274;p13"/>
          <p:cNvSpPr/>
          <p:nvPr>
            <p:ph idx="3" type="pic"/>
          </p:nvPr>
        </p:nvSpPr>
        <p:spPr>
          <a:xfrm>
            <a:off x="3384000" y="1633696"/>
            <a:ext cx="2559600" cy="2001600"/>
          </a:xfrm>
          <a:prstGeom prst="rect">
            <a:avLst/>
          </a:prstGeom>
          <a:noFill/>
          <a:ln>
            <a:noFill/>
          </a:ln>
        </p:spPr>
      </p:sp>
      <p:sp>
        <p:nvSpPr>
          <p:cNvPr id="1275" name="Google Shape;1275;p13"/>
          <p:cNvSpPr/>
          <p:nvPr>
            <p:ph idx="4" type="pic"/>
          </p:nvPr>
        </p:nvSpPr>
        <p:spPr>
          <a:xfrm>
            <a:off x="6249600" y="1628800"/>
            <a:ext cx="2559600" cy="2001600"/>
          </a:xfrm>
          <a:prstGeom prst="rect">
            <a:avLst/>
          </a:prstGeom>
          <a:noFill/>
          <a:ln>
            <a:noFill/>
          </a:ln>
        </p:spPr>
      </p:sp>
      <p:sp>
        <p:nvSpPr>
          <p:cNvPr id="1276" name="Google Shape;1276;p13"/>
          <p:cNvSpPr txBox="1"/>
          <p:nvPr>
            <p:ph idx="1" type="body"/>
          </p:nvPr>
        </p:nvSpPr>
        <p:spPr>
          <a:xfrm>
            <a:off x="720000" y="3822496"/>
            <a:ext cx="2149200" cy="66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77" name="Google Shape;1277;p13"/>
          <p:cNvSpPr txBox="1"/>
          <p:nvPr>
            <p:ph idx="5" type="body"/>
          </p:nvPr>
        </p:nvSpPr>
        <p:spPr>
          <a:xfrm>
            <a:off x="720000" y="4726096"/>
            <a:ext cx="2149200" cy="1256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78" name="Google Shape;1278;p13"/>
          <p:cNvSpPr/>
          <p:nvPr>
            <p:ph idx="6" type="pic"/>
          </p:nvPr>
        </p:nvSpPr>
        <p:spPr>
          <a:xfrm>
            <a:off x="9118800" y="1630096"/>
            <a:ext cx="2559600" cy="2001600"/>
          </a:xfrm>
          <a:prstGeom prst="rect">
            <a:avLst/>
          </a:prstGeom>
          <a:noFill/>
          <a:ln>
            <a:noFill/>
          </a:ln>
        </p:spPr>
      </p:sp>
      <p:sp>
        <p:nvSpPr>
          <p:cNvPr id="1279" name="Google Shape;1279;p13"/>
          <p:cNvSpPr txBox="1"/>
          <p:nvPr>
            <p:ph idx="7" type="body"/>
          </p:nvPr>
        </p:nvSpPr>
        <p:spPr>
          <a:xfrm>
            <a:off x="3585600" y="3822496"/>
            <a:ext cx="2149200" cy="66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80" name="Google Shape;1280;p13"/>
          <p:cNvSpPr txBox="1"/>
          <p:nvPr>
            <p:ph idx="8" type="body"/>
          </p:nvPr>
        </p:nvSpPr>
        <p:spPr>
          <a:xfrm>
            <a:off x="3585600" y="4726096"/>
            <a:ext cx="2149200" cy="1256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81" name="Google Shape;1281;p13"/>
          <p:cNvSpPr txBox="1"/>
          <p:nvPr>
            <p:ph idx="9" type="body"/>
          </p:nvPr>
        </p:nvSpPr>
        <p:spPr>
          <a:xfrm>
            <a:off x="9320046" y="3830620"/>
            <a:ext cx="2149200" cy="66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82" name="Google Shape;1282;p13"/>
          <p:cNvSpPr txBox="1"/>
          <p:nvPr>
            <p:ph idx="13" type="body"/>
          </p:nvPr>
        </p:nvSpPr>
        <p:spPr>
          <a:xfrm>
            <a:off x="9320046" y="4734220"/>
            <a:ext cx="2149200" cy="1256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83" name="Google Shape;1283;p13"/>
          <p:cNvSpPr txBox="1"/>
          <p:nvPr>
            <p:ph idx="14" type="body"/>
          </p:nvPr>
        </p:nvSpPr>
        <p:spPr>
          <a:xfrm>
            <a:off x="6452373" y="3822496"/>
            <a:ext cx="2149200" cy="66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284" name="Google Shape;1284;p13"/>
          <p:cNvSpPr txBox="1"/>
          <p:nvPr>
            <p:ph idx="15" type="body"/>
          </p:nvPr>
        </p:nvSpPr>
        <p:spPr>
          <a:xfrm>
            <a:off x="6452373" y="4726096"/>
            <a:ext cx="2149200" cy="1256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1285" name="Google Shape;1285;p13"/>
          <p:cNvGrpSpPr/>
          <p:nvPr/>
        </p:nvGrpSpPr>
        <p:grpSpPr>
          <a:xfrm>
            <a:off x="-3786437" y="0"/>
            <a:ext cx="3693386" cy="5359349"/>
            <a:chOff x="-3786437" y="0"/>
            <a:chExt cx="3693386" cy="5359349"/>
          </a:xfrm>
        </p:grpSpPr>
        <p:sp>
          <p:nvSpPr>
            <p:cNvPr id="1286" name="Google Shape;1286;p13"/>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287" name="Google Shape;1287;p13"/>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288" name="Google Shape;1288;p13"/>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289" name="Google Shape;1289;p13"/>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290" name="Google Shape;1290;p13"/>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291" name="Google Shape;1291;p13"/>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292" name="Google Shape;1292;p13"/>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293" name="Google Shape;1293;p13"/>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294" name="Google Shape;1294;p13"/>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295" name="Google Shape;1295;p13"/>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296" name="Google Shape;1296;p13"/>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297" name="Google Shape;1297;p13"/>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298" name="Google Shape;1298;p13"/>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299" name="Google Shape;1299;p13"/>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300" name="Google Shape;1300;p13"/>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301" name="Google Shape;1301;p13"/>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302" name="Google Shape;1302;p13"/>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303" name="Google Shape;1303;p13"/>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304" name="Google Shape;1304;p13"/>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305" name="Google Shape;1305;p13"/>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306" name="Google Shape;1306;p13"/>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307" name="Google Shape;1307;p13"/>
            <p:cNvGrpSpPr/>
            <p:nvPr/>
          </p:nvGrpSpPr>
          <p:grpSpPr>
            <a:xfrm>
              <a:off x="-376736" y="4400186"/>
              <a:ext cx="283685" cy="283685"/>
              <a:chOff x="-510741" y="5913713"/>
              <a:chExt cx="267555" cy="267555"/>
            </a:xfrm>
          </p:grpSpPr>
          <p:sp>
            <p:nvSpPr>
              <p:cNvPr id="1308" name="Google Shape;1308;p13"/>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309" name="Google Shape;1309;p13"/>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310" name="Google Shape;1310;p13"/>
            <p:cNvGrpSpPr/>
            <p:nvPr/>
          </p:nvGrpSpPr>
          <p:grpSpPr>
            <a:xfrm>
              <a:off x="-3605171" y="458674"/>
              <a:ext cx="3234311" cy="558875"/>
              <a:chOff x="-3605171" y="458674"/>
              <a:chExt cx="3234311" cy="558875"/>
            </a:xfrm>
          </p:grpSpPr>
          <p:sp>
            <p:nvSpPr>
              <p:cNvPr id="1311" name="Google Shape;1311;p13"/>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312" name="Google Shape;1312;p13"/>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313" name="Google Shape;1313;p13"/>
              <p:cNvGrpSpPr/>
              <p:nvPr/>
            </p:nvGrpSpPr>
            <p:grpSpPr>
              <a:xfrm>
                <a:off x="-3386247" y="830871"/>
                <a:ext cx="139423" cy="109566"/>
                <a:chOff x="-2866744" y="827071"/>
                <a:chExt cx="168701" cy="132575"/>
              </a:xfrm>
            </p:grpSpPr>
            <p:grpSp>
              <p:nvGrpSpPr>
                <p:cNvPr id="1314" name="Google Shape;1314;p13"/>
                <p:cNvGrpSpPr/>
                <p:nvPr/>
              </p:nvGrpSpPr>
              <p:grpSpPr>
                <a:xfrm>
                  <a:off x="-2866744" y="827071"/>
                  <a:ext cx="168701" cy="132575"/>
                  <a:chOff x="-2866744" y="827071"/>
                  <a:chExt cx="168701" cy="132575"/>
                </a:xfrm>
              </p:grpSpPr>
              <p:cxnSp>
                <p:nvCxnSpPr>
                  <p:cNvPr id="1315" name="Google Shape;1315;p13"/>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16" name="Google Shape;1316;p13"/>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17" name="Google Shape;1317;p13"/>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18" name="Google Shape;1318;p13"/>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19" name="Google Shape;1319;p13"/>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320" name="Google Shape;1320;p13"/>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321" name="Google Shape;1321;p13"/>
              <p:cNvGrpSpPr/>
              <p:nvPr/>
            </p:nvGrpSpPr>
            <p:grpSpPr>
              <a:xfrm>
                <a:off x="-3605171" y="830871"/>
                <a:ext cx="139423" cy="109566"/>
                <a:chOff x="-2866744" y="518074"/>
                <a:chExt cx="168701" cy="132575"/>
              </a:xfrm>
            </p:grpSpPr>
            <p:grpSp>
              <p:nvGrpSpPr>
                <p:cNvPr id="1322" name="Google Shape;1322;p13"/>
                <p:cNvGrpSpPr/>
                <p:nvPr/>
              </p:nvGrpSpPr>
              <p:grpSpPr>
                <a:xfrm>
                  <a:off x="-2866744" y="518074"/>
                  <a:ext cx="168701" cy="132575"/>
                  <a:chOff x="-2866744" y="518074"/>
                  <a:chExt cx="168701" cy="132575"/>
                </a:xfrm>
              </p:grpSpPr>
              <p:cxnSp>
                <p:nvCxnSpPr>
                  <p:cNvPr id="1323" name="Google Shape;1323;p13"/>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24" name="Google Shape;1324;p13"/>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25" name="Google Shape;1325;p13"/>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26" name="Google Shape;1326;p13"/>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27" name="Google Shape;1327;p13"/>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328" name="Google Shape;1328;p13"/>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329" name="Google Shape;1329;p13"/>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330" name="Google Shape;1330;p13"/>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331" name="Google Shape;1331;p13"/>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332" name="Google Shape;1332;p13"/>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333" name="Google Shape;1333;p13"/>
              <p:cNvGrpSpPr/>
              <p:nvPr/>
            </p:nvGrpSpPr>
            <p:grpSpPr>
              <a:xfrm>
                <a:off x="-2916763" y="769168"/>
                <a:ext cx="268738" cy="248381"/>
                <a:chOff x="-2916763" y="769168"/>
                <a:chExt cx="268738" cy="248381"/>
              </a:xfrm>
            </p:grpSpPr>
            <p:sp>
              <p:nvSpPr>
                <p:cNvPr id="1334" name="Google Shape;1334;p13"/>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335" name="Google Shape;1335;p13"/>
                <p:cNvGrpSpPr/>
                <p:nvPr/>
              </p:nvGrpSpPr>
              <p:grpSpPr>
                <a:xfrm>
                  <a:off x="-2866744" y="827071"/>
                  <a:ext cx="168701" cy="132575"/>
                  <a:chOff x="-2866744" y="827071"/>
                  <a:chExt cx="168701" cy="132575"/>
                </a:xfrm>
              </p:grpSpPr>
              <p:cxnSp>
                <p:nvCxnSpPr>
                  <p:cNvPr id="1336" name="Google Shape;1336;p13"/>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37" name="Google Shape;1337;p13"/>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38" name="Google Shape;1338;p13"/>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39" name="Google Shape;1339;p13"/>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40" name="Google Shape;1340;p13"/>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341" name="Google Shape;1341;p13"/>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342" name="Google Shape;1342;p13"/>
              <p:cNvGrpSpPr/>
              <p:nvPr/>
            </p:nvGrpSpPr>
            <p:grpSpPr>
              <a:xfrm>
                <a:off x="-2916763" y="460171"/>
                <a:ext cx="268738" cy="248381"/>
                <a:chOff x="-2916763" y="460171"/>
                <a:chExt cx="268738" cy="248381"/>
              </a:xfrm>
            </p:grpSpPr>
            <p:sp>
              <p:nvSpPr>
                <p:cNvPr id="1343" name="Google Shape;1343;p13"/>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344" name="Google Shape;1344;p13"/>
                <p:cNvGrpSpPr/>
                <p:nvPr/>
              </p:nvGrpSpPr>
              <p:grpSpPr>
                <a:xfrm>
                  <a:off x="-2866744" y="518074"/>
                  <a:ext cx="168701" cy="132575"/>
                  <a:chOff x="-2866744" y="518074"/>
                  <a:chExt cx="168701" cy="132575"/>
                </a:xfrm>
              </p:grpSpPr>
              <p:cxnSp>
                <p:nvCxnSpPr>
                  <p:cNvPr id="1345" name="Google Shape;1345;p13"/>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46" name="Google Shape;1346;p13"/>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47" name="Google Shape;1347;p13"/>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48" name="Google Shape;1348;p13"/>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349" name="Google Shape;1349;p13"/>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350" name="Google Shape;1350;p13"/>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351" name="Google Shape;1351;p13"/>
          <p:cNvGrpSpPr/>
          <p:nvPr/>
        </p:nvGrpSpPr>
        <p:grpSpPr>
          <a:xfrm>
            <a:off x="12377595" y="0"/>
            <a:ext cx="3693386" cy="5270646"/>
            <a:chOff x="-3786437" y="0"/>
            <a:chExt cx="3693386" cy="5270646"/>
          </a:xfrm>
        </p:grpSpPr>
        <p:sp>
          <p:nvSpPr>
            <p:cNvPr id="1352" name="Google Shape;1352;p13"/>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353" name="Google Shape;1353;p13"/>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354" name="Google Shape;1354;p13"/>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355" name="Google Shape;1355;p13"/>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356" name="Google Shape;1356;p13"/>
            <p:cNvGrpSpPr/>
            <p:nvPr/>
          </p:nvGrpSpPr>
          <p:grpSpPr>
            <a:xfrm>
              <a:off x="-3316179" y="1231351"/>
              <a:ext cx="294789" cy="346676"/>
              <a:chOff x="14466489" y="1001522"/>
              <a:chExt cx="290627" cy="341782"/>
            </a:xfrm>
          </p:grpSpPr>
          <p:sp>
            <p:nvSpPr>
              <p:cNvPr id="1357" name="Google Shape;1357;p13"/>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358" name="Google Shape;1358;p13"/>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359" name="Google Shape;1359;p13"/>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360" name="Google Shape;1360;p13"/>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361" name="Google Shape;1361;p13"/>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362" name="Google Shape;1362;p13"/>
              <p:cNvCxnSpPr>
                <a:stCxn id="1360"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363" name="Google Shape;1363;p13"/>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364" name="Google Shape;1364;p13"/>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365" name="Google Shape;1365;p13"/>
            <p:cNvGrpSpPr/>
            <p:nvPr/>
          </p:nvGrpSpPr>
          <p:grpSpPr>
            <a:xfrm>
              <a:off x="-3311319" y="2164285"/>
              <a:ext cx="825500" cy="209550"/>
              <a:chOff x="13504624" y="2482850"/>
              <a:chExt cx="825500" cy="209550"/>
            </a:xfrm>
          </p:grpSpPr>
          <p:sp>
            <p:nvSpPr>
              <p:cNvPr id="1366" name="Google Shape;1366;p13"/>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367" name="Google Shape;1367;p13"/>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368" name="Google Shape;1368;p13"/>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369" name="Google Shape;1369;p13"/>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370" name="Google Shape;1370;p13"/>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371" name="Google Shape;1371;p13"/>
            <p:cNvGrpSpPr/>
            <p:nvPr/>
          </p:nvGrpSpPr>
          <p:grpSpPr>
            <a:xfrm>
              <a:off x="-3408294" y="3643742"/>
              <a:ext cx="622283" cy="612920"/>
              <a:chOff x="12617641" y="3403239"/>
              <a:chExt cx="752963" cy="741634"/>
            </a:xfrm>
          </p:grpSpPr>
          <p:grpSp>
            <p:nvGrpSpPr>
              <p:cNvPr id="1372" name="Google Shape;1372;p13"/>
              <p:cNvGrpSpPr/>
              <p:nvPr/>
            </p:nvGrpSpPr>
            <p:grpSpPr>
              <a:xfrm>
                <a:off x="12771530" y="3403239"/>
                <a:ext cx="467176" cy="448491"/>
                <a:chOff x="12782157" y="3403239"/>
                <a:chExt cx="467176" cy="448491"/>
              </a:xfrm>
            </p:grpSpPr>
            <p:grpSp>
              <p:nvGrpSpPr>
                <p:cNvPr id="1373" name="Google Shape;1373;p13"/>
                <p:cNvGrpSpPr/>
                <p:nvPr/>
              </p:nvGrpSpPr>
              <p:grpSpPr>
                <a:xfrm>
                  <a:off x="12782157" y="3403239"/>
                  <a:ext cx="412976" cy="396132"/>
                  <a:chOff x="13554906" y="3320109"/>
                  <a:chExt cx="443917" cy="425811"/>
                </a:xfrm>
              </p:grpSpPr>
              <p:grpSp>
                <p:nvGrpSpPr>
                  <p:cNvPr id="1374" name="Google Shape;1374;p13"/>
                  <p:cNvGrpSpPr/>
                  <p:nvPr/>
                </p:nvGrpSpPr>
                <p:grpSpPr>
                  <a:xfrm>
                    <a:off x="13554906" y="3320109"/>
                    <a:ext cx="443917" cy="425811"/>
                    <a:chOff x="12909684" y="1276143"/>
                    <a:chExt cx="443917" cy="425811"/>
                  </a:xfrm>
                </p:grpSpPr>
                <p:sp>
                  <p:nvSpPr>
                    <p:cNvPr id="1375" name="Google Shape;1375;p13"/>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376" name="Google Shape;1376;p13"/>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377" name="Google Shape;1377;p13"/>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378" name="Google Shape;1378;p13"/>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379" name="Google Shape;1379;p13"/>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380" name="Google Shape;1380;p13"/>
                <p:cNvGrpSpPr/>
                <p:nvPr/>
              </p:nvGrpSpPr>
              <p:grpSpPr>
                <a:xfrm>
                  <a:off x="13103513" y="3705268"/>
                  <a:ext cx="145820" cy="146462"/>
                  <a:chOff x="13096169" y="3602278"/>
                  <a:chExt cx="145820" cy="146462"/>
                </a:xfrm>
              </p:grpSpPr>
              <p:sp>
                <p:nvSpPr>
                  <p:cNvPr id="1381" name="Google Shape;1381;p13"/>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382" name="Google Shape;1382;p13"/>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383" name="Google Shape;1383;p13"/>
                <p:cNvGrpSpPr/>
                <p:nvPr/>
              </p:nvGrpSpPr>
              <p:grpSpPr>
                <a:xfrm rot="10800000">
                  <a:off x="13061402" y="3665637"/>
                  <a:ext cx="145820" cy="146462"/>
                  <a:chOff x="13096169" y="3602278"/>
                  <a:chExt cx="145820" cy="146462"/>
                </a:xfrm>
              </p:grpSpPr>
              <p:sp>
                <p:nvSpPr>
                  <p:cNvPr id="1384" name="Google Shape;1384;p13"/>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385" name="Google Shape;1385;p13"/>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386" name="Google Shape;1386;p13"/>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387" name="Google Shape;1387;p13"/>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388" name="Google Shape;1388;p13"/>
            <p:cNvGrpSpPr/>
            <p:nvPr/>
          </p:nvGrpSpPr>
          <p:grpSpPr>
            <a:xfrm>
              <a:off x="-376736" y="4271597"/>
              <a:ext cx="283685" cy="283685"/>
              <a:chOff x="-510741" y="5913713"/>
              <a:chExt cx="267555" cy="267555"/>
            </a:xfrm>
          </p:grpSpPr>
          <p:sp>
            <p:nvSpPr>
              <p:cNvPr id="1389" name="Google Shape;1389;p13"/>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390" name="Google Shape;1390;p13"/>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391" name="Google Shape;1391;p13"/>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2" name="Google Shape;1392;p13"/>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393" name="Google Shape;1393;p13"/>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quot;templafy&quot;:{&quot;id&quot;:&quot;46659f99-6616-4380-a26e-010bb0e5701b&quot;}}" id="1394" name="Google Shape;1394;p13"/>
          <p:cNvPicPr preferRelativeResize="0"/>
          <p:nvPr/>
        </p:nvPicPr>
        <p:blipFill rotWithShape="1">
          <a:blip r:embed="rId3">
            <a:alphaModFix/>
          </a:blip>
          <a:srcRect b="0" l="0" r="0" t="0"/>
          <a:stretch/>
        </p:blipFill>
        <p:spPr>
          <a:xfrm>
            <a:off x="205200" y="205200"/>
            <a:ext cx="3008064" cy="298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eslide + 2 Afbeeldingen" showMasterSp="0">
  <p:cSld name="Introductieslide + 2 Afbeeldingen">
    <p:bg>
      <p:bgPr>
        <a:solidFill>
          <a:schemeClr val="lt1"/>
        </a:solidFill>
      </p:bgPr>
    </p:bg>
    <p:spTree>
      <p:nvGrpSpPr>
        <p:cNvPr id="1395" name="Shape 1395"/>
        <p:cNvGrpSpPr/>
        <p:nvPr/>
      </p:nvGrpSpPr>
      <p:grpSpPr>
        <a:xfrm>
          <a:off x="0" y="0"/>
          <a:ext cx="0" cy="0"/>
          <a:chOff x="0" y="0"/>
          <a:chExt cx="0" cy="0"/>
        </a:xfrm>
      </p:grpSpPr>
      <p:sp>
        <p:nvSpPr>
          <p:cNvPr id="1396" name="Google Shape;1396;p14"/>
          <p:cNvSpPr/>
          <p:nvPr/>
        </p:nvSpPr>
        <p:spPr>
          <a:xfrm>
            <a:off x="6318000" y="2142000"/>
            <a:ext cx="5360400" cy="2559600"/>
          </a:xfrm>
          <a:prstGeom prst="rect">
            <a:avLst/>
          </a:prstGeom>
          <a:solidFill>
            <a:schemeClr val="lt1"/>
          </a:solidFill>
          <a:ln cap="flat" cmpd="sng" w="12700">
            <a:solidFill>
              <a:srgbClr val="EBEBE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397" name="Google Shape;1397;p14"/>
          <p:cNvSpPr/>
          <p:nvPr/>
        </p:nvSpPr>
        <p:spPr>
          <a:xfrm>
            <a:off x="514350" y="2149200"/>
            <a:ext cx="5360400" cy="2559600"/>
          </a:xfrm>
          <a:prstGeom prst="rect">
            <a:avLst/>
          </a:prstGeom>
          <a:solidFill>
            <a:schemeClr val="lt1"/>
          </a:solidFill>
          <a:ln cap="flat" cmpd="sng" w="12700">
            <a:solidFill>
              <a:srgbClr val="EBEBE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398" name="Google Shape;1398;p14"/>
          <p:cNvSpPr/>
          <p:nvPr>
            <p:ph idx="2" type="pic"/>
          </p:nvPr>
        </p:nvSpPr>
        <p:spPr>
          <a:xfrm>
            <a:off x="514350" y="2149200"/>
            <a:ext cx="2559600" cy="2559600"/>
          </a:xfrm>
          <a:prstGeom prst="rect">
            <a:avLst/>
          </a:prstGeom>
          <a:noFill/>
          <a:ln>
            <a:noFill/>
          </a:ln>
        </p:spPr>
      </p:sp>
      <p:sp>
        <p:nvSpPr>
          <p:cNvPr id="1399" name="Google Shape;1399;p14"/>
          <p:cNvSpPr/>
          <p:nvPr>
            <p:ph idx="3" type="pic"/>
          </p:nvPr>
        </p:nvSpPr>
        <p:spPr>
          <a:xfrm>
            <a:off x="6318000" y="2149200"/>
            <a:ext cx="2559600" cy="2559600"/>
          </a:xfrm>
          <a:prstGeom prst="rect">
            <a:avLst/>
          </a:prstGeom>
          <a:noFill/>
          <a:ln>
            <a:noFill/>
          </a:ln>
        </p:spPr>
      </p:sp>
      <p:sp>
        <p:nvSpPr>
          <p:cNvPr id="1400" name="Google Shape;1400;p14"/>
          <p:cNvSpPr txBox="1"/>
          <p:nvPr>
            <p:ph idx="1" type="body"/>
          </p:nvPr>
        </p:nvSpPr>
        <p:spPr>
          <a:xfrm>
            <a:off x="3330000" y="2408400"/>
            <a:ext cx="2289600" cy="66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401" name="Google Shape;1401;p14"/>
          <p:cNvSpPr txBox="1"/>
          <p:nvPr>
            <p:ph idx="4" type="body"/>
          </p:nvPr>
        </p:nvSpPr>
        <p:spPr>
          <a:xfrm>
            <a:off x="3330000" y="3585600"/>
            <a:ext cx="2289600" cy="87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402" name="Google Shape;1402;p14"/>
          <p:cNvSpPr txBox="1"/>
          <p:nvPr>
            <p:ph idx="5" type="body"/>
          </p:nvPr>
        </p:nvSpPr>
        <p:spPr>
          <a:xfrm>
            <a:off x="3330000" y="3128400"/>
            <a:ext cx="2289600" cy="2988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i="1" sz="1800"/>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403" name="Google Shape;1403;p14"/>
          <p:cNvSpPr txBox="1"/>
          <p:nvPr>
            <p:ph idx="6" type="body"/>
          </p:nvPr>
        </p:nvSpPr>
        <p:spPr>
          <a:xfrm>
            <a:off x="9133200" y="2408400"/>
            <a:ext cx="2289600" cy="66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2400"/>
              <a:buNone/>
              <a:defRPr b="1" sz="2400">
                <a:latin typeface="Times New Roman"/>
                <a:ea typeface="Times New Roman"/>
                <a:cs typeface="Times New Roman"/>
                <a:sym typeface="Times New Roman"/>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404" name="Google Shape;1404;p14"/>
          <p:cNvSpPr txBox="1"/>
          <p:nvPr>
            <p:ph idx="7" type="body"/>
          </p:nvPr>
        </p:nvSpPr>
        <p:spPr>
          <a:xfrm>
            <a:off x="9133200" y="3585600"/>
            <a:ext cx="2289600" cy="8712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405" name="Google Shape;1405;p14"/>
          <p:cNvSpPr txBox="1"/>
          <p:nvPr>
            <p:ph idx="8" type="body"/>
          </p:nvPr>
        </p:nvSpPr>
        <p:spPr>
          <a:xfrm>
            <a:off x="9133200" y="3128400"/>
            <a:ext cx="2289600" cy="2988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600"/>
              </a:spcBef>
              <a:spcAft>
                <a:spcPts val="0"/>
              </a:spcAft>
              <a:buClr>
                <a:schemeClr val="dk1"/>
              </a:buClr>
              <a:buSzPts val="1600"/>
              <a:buNone/>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i="1" sz="1800"/>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1406" name="Google Shape;1406;p14"/>
          <p:cNvGrpSpPr/>
          <p:nvPr/>
        </p:nvGrpSpPr>
        <p:grpSpPr>
          <a:xfrm>
            <a:off x="-3786437" y="0"/>
            <a:ext cx="3693386" cy="5359349"/>
            <a:chOff x="-3786437" y="0"/>
            <a:chExt cx="3693386" cy="5359349"/>
          </a:xfrm>
        </p:grpSpPr>
        <p:sp>
          <p:nvSpPr>
            <p:cNvPr id="1407" name="Google Shape;1407;p14"/>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408" name="Google Shape;1408;p14"/>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409" name="Google Shape;1409;p14"/>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410" name="Google Shape;1410;p14"/>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411" name="Google Shape;1411;p14"/>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412" name="Google Shape;1412;p14"/>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413" name="Google Shape;1413;p14"/>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414" name="Google Shape;1414;p14"/>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415" name="Google Shape;1415;p14"/>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416" name="Google Shape;1416;p14"/>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417" name="Google Shape;1417;p14"/>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418" name="Google Shape;1418;p14"/>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419" name="Google Shape;1419;p14"/>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420" name="Google Shape;1420;p14"/>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421" name="Google Shape;1421;p14"/>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422" name="Google Shape;1422;p14"/>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423" name="Google Shape;1423;p14"/>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424" name="Google Shape;1424;p14"/>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425" name="Google Shape;1425;p14"/>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426" name="Google Shape;1426;p14"/>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427" name="Google Shape;1427;p14"/>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428" name="Google Shape;1428;p14"/>
            <p:cNvGrpSpPr/>
            <p:nvPr/>
          </p:nvGrpSpPr>
          <p:grpSpPr>
            <a:xfrm>
              <a:off x="-376736" y="4400186"/>
              <a:ext cx="283685" cy="283685"/>
              <a:chOff x="-510741" y="5913713"/>
              <a:chExt cx="267555" cy="267555"/>
            </a:xfrm>
          </p:grpSpPr>
          <p:sp>
            <p:nvSpPr>
              <p:cNvPr id="1429" name="Google Shape;1429;p14"/>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430" name="Google Shape;1430;p14"/>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431" name="Google Shape;1431;p14"/>
            <p:cNvGrpSpPr/>
            <p:nvPr/>
          </p:nvGrpSpPr>
          <p:grpSpPr>
            <a:xfrm>
              <a:off x="-3605171" y="458674"/>
              <a:ext cx="3234311" cy="558875"/>
              <a:chOff x="-3605171" y="458674"/>
              <a:chExt cx="3234311" cy="558875"/>
            </a:xfrm>
          </p:grpSpPr>
          <p:sp>
            <p:nvSpPr>
              <p:cNvPr id="1432" name="Google Shape;1432;p14"/>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433" name="Google Shape;1433;p14"/>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434" name="Google Shape;1434;p14"/>
              <p:cNvGrpSpPr/>
              <p:nvPr/>
            </p:nvGrpSpPr>
            <p:grpSpPr>
              <a:xfrm>
                <a:off x="-3386247" y="830871"/>
                <a:ext cx="139423" cy="109566"/>
                <a:chOff x="-2866744" y="827071"/>
                <a:chExt cx="168701" cy="132575"/>
              </a:xfrm>
            </p:grpSpPr>
            <p:grpSp>
              <p:nvGrpSpPr>
                <p:cNvPr id="1435" name="Google Shape;1435;p14"/>
                <p:cNvGrpSpPr/>
                <p:nvPr/>
              </p:nvGrpSpPr>
              <p:grpSpPr>
                <a:xfrm>
                  <a:off x="-2866744" y="827071"/>
                  <a:ext cx="168701" cy="132575"/>
                  <a:chOff x="-2866744" y="827071"/>
                  <a:chExt cx="168701" cy="132575"/>
                </a:xfrm>
              </p:grpSpPr>
              <p:cxnSp>
                <p:nvCxnSpPr>
                  <p:cNvPr id="1436" name="Google Shape;1436;p14"/>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37" name="Google Shape;1437;p14"/>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38" name="Google Shape;1438;p14"/>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39" name="Google Shape;1439;p14"/>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40" name="Google Shape;1440;p14"/>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441" name="Google Shape;1441;p14"/>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442" name="Google Shape;1442;p14"/>
              <p:cNvGrpSpPr/>
              <p:nvPr/>
            </p:nvGrpSpPr>
            <p:grpSpPr>
              <a:xfrm>
                <a:off x="-3605171" y="830871"/>
                <a:ext cx="139423" cy="109566"/>
                <a:chOff x="-2866744" y="518074"/>
                <a:chExt cx="168701" cy="132575"/>
              </a:xfrm>
            </p:grpSpPr>
            <p:grpSp>
              <p:nvGrpSpPr>
                <p:cNvPr id="1443" name="Google Shape;1443;p14"/>
                <p:cNvGrpSpPr/>
                <p:nvPr/>
              </p:nvGrpSpPr>
              <p:grpSpPr>
                <a:xfrm>
                  <a:off x="-2866744" y="518074"/>
                  <a:ext cx="168701" cy="132575"/>
                  <a:chOff x="-2866744" y="518074"/>
                  <a:chExt cx="168701" cy="132575"/>
                </a:xfrm>
              </p:grpSpPr>
              <p:cxnSp>
                <p:nvCxnSpPr>
                  <p:cNvPr id="1444" name="Google Shape;1444;p14"/>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45" name="Google Shape;1445;p14"/>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46" name="Google Shape;1446;p14"/>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47" name="Google Shape;1447;p14"/>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48" name="Google Shape;1448;p14"/>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449" name="Google Shape;1449;p14"/>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450" name="Google Shape;1450;p14"/>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451" name="Google Shape;1451;p14"/>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452" name="Google Shape;1452;p14"/>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453" name="Google Shape;1453;p14"/>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454" name="Google Shape;1454;p14"/>
              <p:cNvGrpSpPr/>
              <p:nvPr/>
            </p:nvGrpSpPr>
            <p:grpSpPr>
              <a:xfrm>
                <a:off x="-2916763" y="769168"/>
                <a:ext cx="268738" cy="248381"/>
                <a:chOff x="-2916763" y="769168"/>
                <a:chExt cx="268738" cy="248381"/>
              </a:xfrm>
            </p:grpSpPr>
            <p:sp>
              <p:nvSpPr>
                <p:cNvPr id="1455" name="Google Shape;1455;p14"/>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456" name="Google Shape;1456;p14"/>
                <p:cNvGrpSpPr/>
                <p:nvPr/>
              </p:nvGrpSpPr>
              <p:grpSpPr>
                <a:xfrm>
                  <a:off x="-2866744" y="827071"/>
                  <a:ext cx="168701" cy="132575"/>
                  <a:chOff x="-2866744" y="827071"/>
                  <a:chExt cx="168701" cy="132575"/>
                </a:xfrm>
              </p:grpSpPr>
              <p:cxnSp>
                <p:nvCxnSpPr>
                  <p:cNvPr id="1457" name="Google Shape;1457;p14"/>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58" name="Google Shape;1458;p14"/>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59" name="Google Shape;1459;p14"/>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60" name="Google Shape;1460;p14"/>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61" name="Google Shape;1461;p14"/>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462" name="Google Shape;1462;p14"/>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463" name="Google Shape;1463;p14"/>
              <p:cNvGrpSpPr/>
              <p:nvPr/>
            </p:nvGrpSpPr>
            <p:grpSpPr>
              <a:xfrm>
                <a:off x="-2916763" y="460171"/>
                <a:ext cx="268738" cy="248381"/>
                <a:chOff x="-2916763" y="460171"/>
                <a:chExt cx="268738" cy="248381"/>
              </a:xfrm>
            </p:grpSpPr>
            <p:sp>
              <p:nvSpPr>
                <p:cNvPr id="1464" name="Google Shape;1464;p14"/>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465" name="Google Shape;1465;p14"/>
                <p:cNvGrpSpPr/>
                <p:nvPr/>
              </p:nvGrpSpPr>
              <p:grpSpPr>
                <a:xfrm>
                  <a:off x="-2866744" y="518074"/>
                  <a:ext cx="168701" cy="132575"/>
                  <a:chOff x="-2866744" y="518074"/>
                  <a:chExt cx="168701" cy="132575"/>
                </a:xfrm>
              </p:grpSpPr>
              <p:cxnSp>
                <p:nvCxnSpPr>
                  <p:cNvPr id="1466" name="Google Shape;1466;p14"/>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67" name="Google Shape;1467;p14"/>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68" name="Google Shape;1468;p14"/>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69" name="Google Shape;1469;p14"/>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470" name="Google Shape;1470;p14"/>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471" name="Google Shape;1471;p14"/>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472" name="Google Shape;1472;p14"/>
          <p:cNvGrpSpPr/>
          <p:nvPr/>
        </p:nvGrpSpPr>
        <p:grpSpPr>
          <a:xfrm>
            <a:off x="12377595" y="0"/>
            <a:ext cx="3693386" cy="5270646"/>
            <a:chOff x="-3786437" y="0"/>
            <a:chExt cx="3693386" cy="5270646"/>
          </a:xfrm>
        </p:grpSpPr>
        <p:sp>
          <p:nvSpPr>
            <p:cNvPr id="1473" name="Google Shape;1473;p14"/>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474" name="Google Shape;1474;p14"/>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475" name="Google Shape;1475;p14"/>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476" name="Google Shape;1476;p14"/>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477" name="Google Shape;1477;p14"/>
            <p:cNvGrpSpPr/>
            <p:nvPr/>
          </p:nvGrpSpPr>
          <p:grpSpPr>
            <a:xfrm>
              <a:off x="-3316179" y="1231351"/>
              <a:ext cx="294789" cy="346676"/>
              <a:chOff x="14466489" y="1001522"/>
              <a:chExt cx="290627" cy="341782"/>
            </a:xfrm>
          </p:grpSpPr>
          <p:sp>
            <p:nvSpPr>
              <p:cNvPr id="1478" name="Google Shape;1478;p14"/>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479" name="Google Shape;1479;p14"/>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480" name="Google Shape;1480;p14"/>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481" name="Google Shape;1481;p14"/>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482" name="Google Shape;1482;p14"/>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483" name="Google Shape;1483;p14"/>
              <p:cNvCxnSpPr>
                <a:stCxn id="1481"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484" name="Google Shape;1484;p14"/>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485" name="Google Shape;1485;p14"/>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486" name="Google Shape;1486;p14"/>
            <p:cNvGrpSpPr/>
            <p:nvPr/>
          </p:nvGrpSpPr>
          <p:grpSpPr>
            <a:xfrm>
              <a:off x="-3311319" y="2164285"/>
              <a:ext cx="825500" cy="209550"/>
              <a:chOff x="13504624" y="2482850"/>
              <a:chExt cx="825500" cy="209550"/>
            </a:xfrm>
          </p:grpSpPr>
          <p:sp>
            <p:nvSpPr>
              <p:cNvPr id="1487" name="Google Shape;1487;p14"/>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488" name="Google Shape;1488;p14"/>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489" name="Google Shape;1489;p14"/>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490" name="Google Shape;1490;p14"/>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491" name="Google Shape;1491;p14"/>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492" name="Google Shape;1492;p14"/>
            <p:cNvGrpSpPr/>
            <p:nvPr/>
          </p:nvGrpSpPr>
          <p:grpSpPr>
            <a:xfrm>
              <a:off x="-3408294" y="3643742"/>
              <a:ext cx="622283" cy="612920"/>
              <a:chOff x="12617641" y="3403239"/>
              <a:chExt cx="752963" cy="741634"/>
            </a:xfrm>
          </p:grpSpPr>
          <p:grpSp>
            <p:nvGrpSpPr>
              <p:cNvPr id="1493" name="Google Shape;1493;p14"/>
              <p:cNvGrpSpPr/>
              <p:nvPr/>
            </p:nvGrpSpPr>
            <p:grpSpPr>
              <a:xfrm>
                <a:off x="12771530" y="3403239"/>
                <a:ext cx="467176" cy="448491"/>
                <a:chOff x="12782157" y="3403239"/>
                <a:chExt cx="467176" cy="448491"/>
              </a:xfrm>
            </p:grpSpPr>
            <p:grpSp>
              <p:nvGrpSpPr>
                <p:cNvPr id="1494" name="Google Shape;1494;p14"/>
                <p:cNvGrpSpPr/>
                <p:nvPr/>
              </p:nvGrpSpPr>
              <p:grpSpPr>
                <a:xfrm>
                  <a:off x="12782157" y="3403239"/>
                  <a:ext cx="412976" cy="396132"/>
                  <a:chOff x="13554906" y="3320109"/>
                  <a:chExt cx="443917" cy="425811"/>
                </a:xfrm>
              </p:grpSpPr>
              <p:grpSp>
                <p:nvGrpSpPr>
                  <p:cNvPr id="1495" name="Google Shape;1495;p14"/>
                  <p:cNvGrpSpPr/>
                  <p:nvPr/>
                </p:nvGrpSpPr>
                <p:grpSpPr>
                  <a:xfrm>
                    <a:off x="13554906" y="3320109"/>
                    <a:ext cx="443917" cy="425811"/>
                    <a:chOff x="12909684" y="1276143"/>
                    <a:chExt cx="443917" cy="425811"/>
                  </a:xfrm>
                </p:grpSpPr>
                <p:sp>
                  <p:nvSpPr>
                    <p:cNvPr id="1496" name="Google Shape;1496;p14"/>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497" name="Google Shape;1497;p14"/>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498" name="Google Shape;1498;p14"/>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499" name="Google Shape;1499;p14"/>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500" name="Google Shape;1500;p14"/>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501" name="Google Shape;1501;p14"/>
                <p:cNvGrpSpPr/>
                <p:nvPr/>
              </p:nvGrpSpPr>
              <p:grpSpPr>
                <a:xfrm>
                  <a:off x="13103513" y="3705268"/>
                  <a:ext cx="145820" cy="146462"/>
                  <a:chOff x="13096169" y="3602278"/>
                  <a:chExt cx="145820" cy="146462"/>
                </a:xfrm>
              </p:grpSpPr>
              <p:sp>
                <p:nvSpPr>
                  <p:cNvPr id="1502" name="Google Shape;1502;p14"/>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503" name="Google Shape;1503;p14"/>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504" name="Google Shape;1504;p14"/>
                <p:cNvGrpSpPr/>
                <p:nvPr/>
              </p:nvGrpSpPr>
              <p:grpSpPr>
                <a:xfrm rot="10800000">
                  <a:off x="13061402" y="3665637"/>
                  <a:ext cx="145820" cy="146462"/>
                  <a:chOff x="13096169" y="3602278"/>
                  <a:chExt cx="145820" cy="146462"/>
                </a:xfrm>
              </p:grpSpPr>
              <p:sp>
                <p:nvSpPr>
                  <p:cNvPr id="1505" name="Google Shape;1505;p14"/>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506" name="Google Shape;1506;p14"/>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507" name="Google Shape;1507;p14"/>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508" name="Google Shape;1508;p14"/>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509" name="Google Shape;1509;p14"/>
            <p:cNvGrpSpPr/>
            <p:nvPr/>
          </p:nvGrpSpPr>
          <p:grpSpPr>
            <a:xfrm>
              <a:off x="-376736" y="4271597"/>
              <a:ext cx="283685" cy="283685"/>
              <a:chOff x="-510741" y="5913713"/>
              <a:chExt cx="267555" cy="267555"/>
            </a:xfrm>
          </p:grpSpPr>
          <p:sp>
            <p:nvSpPr>
              <p:cNvPr id="1510" name="Google Shape;1510;p14"/>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511" name="Google Shape;1511;p14"/>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512" name="Google Shape;1512;p14"/>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3" name="Google Shape;1513;p14"/>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514" name="Google Shape;1514;p14"/>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quot;templafy&quot;:{&quot;id&quot;:&quot;ad218e18-4986-4cf4-b436-1003a86f1cd2&quot;}}" id="1515" name="Google Shape;1515;p14"/>
          <p:cNvPicPr preferRelativeResize="0"/>
          <p:nvPr/>
        </p:nvPicPr>
        <p:blipFill rotWithShape="1">
          <a:blip r:embed="rId3">
            <a:alphaModFix/>
          </a:blip>
          <a:srcRect b="0" l="0" r="0" t="0"/>
          <a:stretch/>
        </p:blipFill>
        <p:spPr>
          <a:xfrm>
            <a:off x="205200" y="205200"/>
            <a:ext cx="3031200" cy="30109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kst + Object">
  <p:cSld name="Tekst + Object">
    <p:spTree>
      <p:nvGrpSpPr>
        <p:cNvPr id="1516" name="Shape 1516"/>
        <p:cNvGrpSpPr/>
        <p:nvPr/>
      </p:nvGrpSpPr>
      <p:grpSpPr>
        <a:xfrm>
          <a:off x="0" y="0"/>
          <a:ext cx="0" cy="0"/>
          <a:chOff x="0" y="0"/>
          <a:chExt cx="0" cy="0"/>
        </a:xfrm>
      </p:grpSpPr>
      <p:sp>
        <p:nvSpPr>
          <p:cNvPr id="1517" name="Google Shape;1517;p15"/>
          <p:cNvSpPr txBox="1"/>
          <p:nvPr>
            <p:ph idx="1" type="body"/>
          </p:nvPr>
        </p:nvSpPr>
        <p:spPr>
          <a:xfrm>
            <a:off x="6310800" y="1700808"/>
            <a:ext cx="5364000" cy="4359600"/>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600"/>
              </a:spcBef>
              <a:spcAft>
                <a:spcPts val="0"/>
              </a:spcAft>
              <a:buClr>
                <a:schemeClr val="dk1"/>
              </a:buClr>
              <a:buSzPts val="1600"/>
              <a:buNone/>
              <a:defRPr i="1" sz="1600">
                <a:solidFill>
                  <a:schemeClr val="dk1"/>
                </a:solidFill>
                <a:latin typeface="Times New Roman"/>
                <a:ea typeface="Times New Roman"/>
                <a:cs typeface="Times New Roman"/>
                <a:sym typeface="Times New Roman"/>
              </a:defRPr>
            </a:lvl1pPr>
            <a:lvl2pPr indent="-330200" lvl="1" marL="914400" algn="l">
              <a:lnSpc>
                <a:spcPct val="90000"/>
              </a:lnSpc>
              <a:spcBef>
                <a:spcPts val="600"/>
              </a:spcBef>
              <a:spcAft>
                <a:spcPts val="0"/>
              </a:spcAft>
              <a:buSzPts val="1600"/>
              <a:buChar char="•"/>
              <a:defRPr>
                <a:latin typeface="Times New Roman"/>
                <a:ea typeface="Times New Roman"/>
                <a:cs typeface="Times New Roman"/>
                <a:sym typeface="Times New Roman"/>
              </a:defRPr>
            </a:lvl2pPr>
            <a:lvl3pPr indent="-330200" lvl="2" marL="1371600" algn="l">
              <a:lnSpc>
                <a:spcPct val="90000"/>
              </a:lnSpc>
              <a:spcBef>
                <a:spcPts val="600"/>
              </a:spcBef>
              <a:spcAft>
                <a:spcPts val="0"/>
              </a:spcAft>
              <a:buSzPts val="1600"/>
              <a:buChar char="−"/>
              <a:defRPr>
                <a:latin typeface="Times New Roman"/>
                <a:ea typeface="Times New Roman"/>
                <a:cs typeface="Times New Roman"/>
                <a:sym typeface="Times New Roman"/>
              </a:defRPr>
            </a:lvl3pPr>
            <a:lvl4pPr indent="-228600" lvl="3" marL="1828800" algn="l">
              <a:lnSpc>
                <a:spcPct val="90000"/>
              </a:lnSpc>
              <a:spcBef>
                <a:spcPts val="600"/>
              </a:spcBef>
              <a:spcAft>
                <a:spcPts val="0"/>
              </a:spcAft>
              <a:buSzPts val="1600"/>
              <a:buNone/>
              <a:defRPr>
                <a:solidFill>
                  <a:schemeClr val="accent1"/>
                </a:solidFill>
                <a:latin typeface="Times New Roman"/>
                <a:ea typeface="Times New Roman"/>
                <a:cs typeface="Times New Roman"/>
                <a:sym typeface="Times New Roman"/>
              </a:defRPr>
            </a:lvl4pPr>
            <a:lvl5pPr indent="-228600" lvl="4" marL="2286000" algn="l">
              <a:lnSpc>
                <a:spcPct val="90000"/>
              </a:lnSpc>
              <a:spcBef>
                <a:spcPts val="600"/>
              </a:spcBef>
              <a:spcAft>
                <a:spcPts val="0"/>
              </a:spcAft>
              <a:buClr>
                <a:schemeClr val="accent1"/>
              </a:buClr>
              <a:buSzPts val="2000"/>
              <a:buNone/>
              <a:defRPr>
                <a:solidFill>
                  <a:schemeClr val="accent1"/>
                </a:solidFill>
                <a:latin typeface="Times New Roman"/>
                <a:ea typeface="Times New Roman"/>
                <a:cs typeface="Times New Roman"/>
                <a:sym typeface="Times New Roman"/>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518" name="Google Shape;1518;p15"/>
          <p:cNvSpPr txBox="1"/>
          <p:nvPr>
            <p:ph idx="2" type="body"/>
          </p:nvPr>
        </p:nvSpPr>
        <p:spPr>
          <a:xfrm>
            <a:off x="514350" y="1700808"/>
            <a:ext cx="5364163" cy="43596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600"/>
              </a:spcBef>
              <a:spcAft>
                <a:spcPts val="0"/>
              </a:spcAft>
              <a:buClr>
                <a:schemeClr val="dk1"/>
              </a:buClr>
              <a:buSzPts val="1800"/>
              <a:buChar char="•"/>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800"/>
              <a:buNone/>
              <a:defRPr/>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1519" name="Google Shape;1519;p15"/>
          <p:cNvGrpSpPr/>
          <p:nvPr/>
        </p:nvGrpSpPr>
        <p:grpSpPr>
          <a:xfrm>
            <a:off x="-3786437" y="0"/>
            <a:ext cx="3693386" cy="5359349"/>
            <a:chOff x="-3786437" y="0"/>
            <a:chExt cx="3693386" cy="5359349"/>
          </a:xfrm>
        </p:grpSpPr>
        <p:sp>
          <p:nvSpPr>
            <p:cNvPr id="1520" name="Google Shape;1520;p15"/>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521" name="Google Shape;1521;p15"/>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522" name="Google Shape;1522;p15"/>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523" name="Google Shape;1523;p15"/>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524" name="Google Shape;1524;p15"/>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525" name="Google Shape;1525;p15"/>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526" name="Google Shape;1526;p15"/>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527" name="Google Shape;1527;p15"/>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528" name="Google Shape;1528;p15"/>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529" name="Google Shape;1529;p15"/>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530" name="Google Shape;1530;p15"/>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531" name="Google Shape;1531;p15"/>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532" name="Google Shape;1532;p15"/>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533" name="Google Shape;1533;p15"/>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534" name="Google Shape;1534;p15"/>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535" name="Google Shape;1535;p15"/>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536" name="Google Shape;1536;p15"/>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537" name="Google Shape;1537;p15"/>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538" name="Google Shape;1538;p15"/>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539" name="Google Shape;1539;p15"/>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540" name="Google Shape;1540;p15"/>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541" name="Google Shape;1541;p15"/>
            <p:cNvGrpSpPr/>
            <p:nvPr/>
          </p:nvGrpSpPr>
          <p:grpSpPr>
            <a:xfrm>
              <a:off x="-376736" y="4400186"/>
              <a:ext cx="283685" cy="283685"/>
              <a:chOff x="-510741" y="5913713"/>
              <a:chExt cx="267555" cy="267555"/>
            </a:xfrm>
          </p:grpSpPr>
          <p:sp>
            <p:nvSpPr>
              <p:cNvPr id="1542" name="Google Shape;1542;p15"/>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543" name="Google Shape;1543;p15"/>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544" name="Google Shape;1544;p15"/>
            <p:cNvGrpSpPr/>
            <p:nvPr/>
          </p:nvGrpSpPr>
          <p:grpSpPr>
            <a:xfrm>
              <a:off x="-3605171" y="458674"/>
              <a:ext cx="3234311" cy="558875"/>
              <a:chOff x="-3605171" y="458674"/>
              <a:chExt cx="3234311" cy="558875"/>
            </a:xfrm>
          </p:grpSpPr>
          <p:sp>
            <p:nvSpPr>
              <p:cNvPr id="1545" name="Google Shape;1545;p15"/>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546" name="Google Shape;1546;p15"/>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547" name="Google Shape;1547;p15"/>
              <p:cNvGrpSpPr/>
              <p:nvPr/>
            </p:nvGrpSpPr>
            <p:grpSpPr>
              <a:xfrm>
                <a:off x="-3386247" y="830871"/>
                <a:ext cx="139423" cy="109566"/>
                <a:chOff x="-2866744" y="827071"/>
                <a:chExt cx="168701" cy="132575"/>
              </a:xfrm>
            </p:grpSpPr>
            <p:grpSp>
              <p:nvGrpSpPr>
                <p:cNvPr id="1548" name="Google Shape;1548;p15"/>
                <p:cNvGrpSpPr/>
                <p:nvPr/>
              </p:nvGrpSpPr>
              <p:grpSpPr>
                <a:xfrm>
                  <a:off x="-2866744" y="827071"/>
                  <a:ext cx="168701" cy="132575"/>
                  <a:chOff x="-2866744" y="827071"/>
                  <a:chExt cx="168701" cy="132575"/>
                </a:xfrm>
              </p:grpSpPr>
              <p:cxnSp>
                <p:nvCxnSpPr>
                  <p:cNvPr id="1549" name="Google Shape;1549;p15"/>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50" name="Google Shape;1550;p15"/>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51" name="Google Shape;1551;p15"/>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52" name="Google Shape;1552;p15"/>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53" name="Google Shape;1553;p15"/>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554" name="Google Shape;1554;p15"/>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555" name="Google Shape;1555;p15"/>
              <p:cNvGrpSpPr/>
              <p:nvPr/>
            </p:nvGrpSpPr>
            <p:grpSpPr>
              <a:xfrm>
                <a:off x="-3605171" y="830871"/>
                <a:ext cx="139423" cy="109566"/>
                <a:chOff x="-2866744" y="518074"/>
                <a:chExt cx="168701" cy="132575"/>
              </a:xfrm>
            </p:grpSpPr>
            <p:grpSp>
              <p:nvGrpSpPr>
                <p:cNvPr id="1556" name="Google Shape;1556;p15"/>
                <p:cNvGrpSpPr/>
                <p:nvPr/>
              </p:nvGrpSpPr>
              <p:grpSpPr>
                <a:xfrm>
                  <a:off x="-2866744" y="518074"/>
                  <a:ext cx="168701" cy="132575"/>
                  <a:chOff x="-2866744" y="518074"/>
                  <a:chExt cx="168701" cy="132575"/>
                </a:xfrm>
              </p:grpSpPr>
              <p:cxnSp>
                <p:nvCxnSpPr>
                  <p:cNvPr id="1557" name="Google Shape;1557;p15"/>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58" name="Google Shape;1558;p15"/>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59" name="Google Shape;1559;p15"/>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60" name="Google Shape;1560;p15"/>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61" name="Google Shape;1561;p15"/>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562" name="Google Shape;1562;p15"/>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563" name="Google Shape;1563;p15"/>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564" name="Google Shape;1564;p15"/>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565" name="Google Shape;1565;p15"/>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566" name="Google Shape;1566;p15"/>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567" name="Google Shape;1567;p15"/>
              <p:cNvGrpSpPr/>
              <p:nvPr/>
            </p:nvGrpSpPr>
            <p:grpSpPr>
              <a:xfrm>
                <a:off x="-2916763" y="769168"/>
                <a:ext cx="268738" cy="248381"/>
                <a:chOff x="-2916763" y="769168"/>
                <a:chExt cx="268738" cy="248381"/>
              </a:xfrm>
            </p:grpSpPr>
            <p:sp>
              <p:nvSpPr>
                <p:cNvPr id="1568" name="Google Shape;1568;p15"/>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569" name="Google Shape;1569;p15"/>
                <p:cNvGrpSpPr/>
                <p:nvPr/>
              </p:nvGrpSpPr>
              <p:grpSpPr>
                <a:xfrm>
                  <a:off x="-2866744" y="827071"/>
                  <a:ext cx="168701" cy="132575"/>
                  <a:chOff x="-2866744" y="827071"/>
                  <a:chExt cx="168701" cy="132575"/>
                </a:xfrm>
              </p:grpSpPr>
              <p:cxnSp>
                <p:nvCxnSpPr>
                  <p:cNvPr id="1570" name="Google Shape;1570;p15"/>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71" name="Google Shape;1571;p15"/>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72" name="Google Shape;1572;p15"/>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73" name="Google Shape;1573;p15"/>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74" name="Google Shape;1574;p15"/>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575" name="Google Shape;1575;p15"/>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576" name="Google Shape;1576;p15"/>
              <p:cNvGrpSpPr/>
              <p:nvPr/>
            </p:nvGrpSpPr>
            <p:grpSpPr>
              <a:xfrm>
                <a:off x="-2916763" y="460171"/>
                <a:ext cx="268738" cy="248381"/>
                <a:chOff x="-2916763" y="460171"/>
                <a:chExt cx="268738" cy="248381"/>
              </a:xfrm>
            </p:grpSpPr>
            <p:sp>
              <p:nvSpPr>
                <p:cNvPr id="1577" name="Google Shape;1577;p15"/>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578" name="Google Shape;1578;p15"/>
                <p:cNvGrpSpPr/>
                <p:nvPr/>
              </p:nvGrpSpPr>
              <p:grpSpPr>
                <a:xfrm>
                  <a:off x="-2866744" y="518074"/>
                  <a:ext cx="168701" cy="132575"/>
                  <a:chOff x="-2866744" y="518074"/>
                  <a:chExt cx="168701" cy="132575"/>
                </a:xfrm>
              </p:grpSpPr>
              <p:cxnSp>
                <p:nvCxnSpPr>
                  <p:cNvPr id="1579" name="Google Shape;1579;p15"/>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80" name="Google Shape;1580;p15"/>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81" name="Google Shape;1581;p15"/>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82" name="Google Shape;1582;p15"/>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583" name="Google Shape;1583;p15"/>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584" name="Google Shape;1584;p15"/>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585" name="Google Shape;1585;p15"/>
          <p:cNvGrpSpPr/>
          <p:nvPr/>
        </p:nvGrpSpPr>
        <p:grpSpPr>
          <a:xfrm>
            <a:off x="12377595" y="0"/>
            <a:ext cx="3693386" cy="5270646"/>
            <a:chOff x="-3786437" y="0"/>
            <a:chExt cx="3693386" cy="5270646"/>
          </a:xfrm>
        </p:grpSpPr>
        <p:sp>
          <p:nvSpPr>
            <p:cNvPr id="1586" name="Google Shape;1586;p15"/>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587" name="Google Shape;1587;p15"/>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588" name="Google Shape;1588;p15"/>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589" name="Google Shape;1589;p15"/>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590" name="Google Shape;1590;p15"/>
            <p:cNvGrpSpPr/>
            <p:nvPr/>
          </p:nvGrpSpPr>
          <p:grpSpPr>
            <a:xfrm>
              <a:off x="-3316179" y="1231351"/>
              <a:ext cx="294789" cy="346676"/>
              <a:chOff x="14466489" y="1001522"/>
              <a:chExt cx="290627" cy="341782"/>
            </a:xfrm>
          </p:grpSpPr>
          <p:sp>
            <p:nvSpPr>
              <p:cNvPr id="1591" name="Google Shape;1591;p15"/>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592" name="Google Shape;1592;p15"/>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593" name="Google Shape;1593;p15"/>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594" name="Google Shape;1594;p15"/>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595" name="Google Shape;1595;p15"/>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596" name="Google Shape;1596;p15"/>
              <p:cNvCxnSpPr>
                <a:stCxn id="1594"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597" name="Google Shape;1597;p15"/>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598" name="Google Shape;1598;p15"/>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599" name="Google Shape;1599;p15"/>
            <p:cNvGrpSpPr/>
            <p:nvPr/>
          </p:nvGrpSpPr>
          <p:grpSpPr>
            <a:xfrm>
              <a:off x="-3311319" y="2164285"/>
              <a:ext cx="825500" cy="209550"/>
              <a:chOff x="13504624" y="2482850"/>
              <a:chExt cx="825500" cy="209550"/>
            </a:xfrm>
          </p:grpSpPr>
          <p:sp>
            <p:nvSpPr>
              <p:cNvPr id="1600" name="Google Shape;1600;p15"/>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601" name="Google Shape;1601;p15"/>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602" name="Google Shape;1602;p15"/>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603" name="Google Shape;1603;p15"/>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604" name="Google Shape;1604;p15"/>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605" name="Google Shape;1605;p15"/>
            <p:cNvGrpSpPr/>
            <p:nvPr/>
          </p:nvGrpSpPr>
          <p:grpSpPr>
            <a:xfrm>
              <a:off x="-3408294" y="3643742"/>
              <a:ext cx="622283" cy="612920"/>
              <a:chOff x="12617641" y="3403239"/>
              <a:chExt cx="752963" cy="741634"/>
            </a:xfrm>
          </p:grpSpPr>
          <p:grpSp>
            <p:nvGrpSpPr>
              <p:cNvPr id="1606" name="Google Shape;1606;p15"/>
              <p:cNvGrpSpPr/>
              <p:nvPr/>
            </p:nvGrpSpPr>
            <p:grpSpPr>
              <a:xfrm>
                <a:off x="12771530" y="3403239"/>
                <a:ext cx="467176" cy="448491"/>
                <a:chOff x="12782157" y="3403239"/>
                <a:chExt cx="467176" cy="448491"/>
              </a:xfrm>
            </p:grpSpPr>
            <p:grpSp>
              <p:nvGrpSpPr>
                <p:cNvPr id="1607" name="Google Shape;1607;p15"/>
                <p:cNvGrpSpPr/>
                <p:nvPr/>
              </p:nvGrpSpPr>
              <p:grpSpPr>
                <a:xfrm>
                  <a:off x="12782157" y="3403239"/>
                  <a:ext cx="412976" cy="396132"/>
                  <a:chOff x="13554906" y="3320109"/>
                  <a:chExt cx="443917" cy="425811"/>
                </a:xfrm>
              </p:grpSpPr>
              <p:grpSp>
                <p:nvGrpSpPr>
                  <p:cNvPr id="1608" name="Google Shape;1608;p15"/>
                  <p:cNvGrpSpPr/>
                  <p:nvPr/>
                </p:nvGrpSpPr>
                <p:grpSpPr>
                  <a:xfrm>
                    <a:off x="13554906" y="3320109"/>
                    <a:ext cx="443917" cy="425811"/>
                    <a:chOff x="12909684" y="1276143"/>
                    <a:chExt cx="443917" cy="425811"/>
                  </a:xfrm>
                </p:grpSpPr>
                <p:sp>
                  <p:nvSpPr>
                    <p:cNvPr id="1609" name="Google Shape;1609;p15"/>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610" name="Google Shape;1610;p15"/>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611" name="Google Shape;1611;p15"/>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612" name="Google Shape;1612;p15"/>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613" name="Google Shape;1613;p15"/>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614" name="Google Shape;1614;p15"/>
                <p:cNvGrpSpPr/>
                <p:nvPr/>
              </p:nvGrpSpPr>
              <p:grpSpPr>
                <a:xfrm>
                  <a:off x="13103513" y="3705268"/>
                  <a:ext cx="145820" cy="146462"/>
                  <a:chOff x="13096169" y="3602278"/>
                  <a:chExt cx="145820" cy="146462"/>
                </a:xfrm>
              </p:grpSpPr>
              <p:sp>
                <p:nvSpPr>
                  <p:cNvPr id="1615" name="Google Shape;1615;p15"/>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616" name="Google Shape;1616;p15"/>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617" name="Google Shape;1617;p15"/>
                <p:cNvGrpSpPr/>
                <p:nvPr/>
              </p:nvGrpSpPr>
              <p:grpSpPr>
                <a:xfrm rot="10800000">
                  <a:off x="13061402" y="3665637"/>
                  <a:ext cx="145820" cy="146462"/>
                  <a:chOff x="13096169" y="3602278"/>
                  <a:chExt cx="145820" cy="146462"/>
                </a:xfrm>
              </p:grpSpPr>
              <p:sp>
                <p:nvSpPr>
                  <p:cNvPr id="1618" name="Google Shape;1618;p15"/>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619" name="Google Shape;1619;p15"/>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620" name="Google Shape;1620;p15"/>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621" name="Google Shape;1621;p15"/>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622" name="Google Shape;1622;p15"/>
            <p:cNvGrpSpPr/>
            <p:nvPr/>
          </p:nvGrpSpPr>
          <p:grpSpPr>
            <a:xfrm>
              <a:off x="-376736" y="4271597"/>
              <a:ext cx="283685" cy="283685"/>
              <a:chOff x="-510741" y="5913713"/>
              <a:chExt cx="267555" cy="267555"/>
            </a:xfrm>
          </p:grpSpPr>
          <p:sp>
            <p:nvSpPr>
              <p:cNvPr id="1623" name="Google Shape;1623;p15"/>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624" name="Google Shape;1624;p15"/>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625" name="Google Shape;1625;p15"/>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6" name="Google Shape;1626;p15"/>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627" name="Google Shape;1627;p15"/>
          <p:cNvSpPr txBox="1"/>
          <p:nvPr>
            <p:ph type="title"/>
          </p:nvPr>
        </p:nvSpPr>
        <p:spPr>
          <a:xfrm>
            <a:off x="489314" y="709200"/>
            <a:ext cx="11185486"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p:cSld name="Object">
    <p:spTree>
      <p:nvGrpSpPr>
        <p:cNvPr id="1628" name="Shape 1628"/>
        <p:cNvGrpSpPr/>
        <p:nvPr/>
      </p:nvGrpSpPr>
      <p:grpSpPr>
        <a:xfrm>
          <a:off x="0" y="0"/>
          <a:ext cx="0" cy="0"/>
          <a:chOff x="0" y="0"/>
          <a:chExt cx="0" cy="0"/>
        </a:xfrm>
      </p:grpSpPr>
      <p:sp>
        <p:nvSpPr>
          <p:cNvPr id="1629" name="Google Shape;1629;p16"/>
          <p:cNvSpPr txBox="1"/>
          <p:nvPr>
            <p:ph idx="1" type="body"/>
          </p:nvPr>
        </p:nvSpPr>
        <p:spPr>
          <a:xfrm>
            <a:off x="489600" y="1700808"/>
            <a:ext cx="11184913" cy="4359600"/>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600"/>
              </a:spcBef>
              <a:spcAft>
                <a:spcPts val="0"/>
              </a:spcAft>
              <a:buClr>
                <a:schemeClr val="dk1"/>
              </a:buClr>
              <a:buSzPts val="1600"/>
              <a:buNone/>
              <a:defRPr i="1" sz="1600">
                <a:solidFill>
                  <a:schemeClr val="dk1"/>
                </a:solidFill>
                <a:latin typeface="Times New Roman"/>
                <a:ea typeface="Times New Roman"/>
                <a:cs typeface="Times New Roman"/>
                <a:sym typeface="Times New Roman"/>
              </a:defRPr>
            </a:lvl1pPr>
            <a:lvl2pPr indent="-330200" lvl="1" marL="914400" algn="l">
              <a:lnSpc>
                <a:spcPct val="90000"/>
              </a:lnSpc>
              <a:spcBef>
                <a:spcPts val="600"/>
              </a:spcBef>
              <a:spcAft>
                <a:spcPts val="0"/>
              </a:spcAft>
              <a:buSzPts val="1600"/>
              <a:buChar char="•"/>
              <a:defRPr>
                <a:latin typeface="Times New Roman"/>
                <a:ea typeface="Times New Roman"/>
                <a:cs typeface="Times New Roman"/>
                <a:sym typeface="Times New Roman"/>
              </a:defRPr>
            </a:lvl2pPr>
            <a:lvl3pPr indent="-330200" lvl="2" marL="1371600" algn="l">
              <a:lnSpc>
                <a:spcPct val="90000"/>
              </a:lnSpc>
              <a:spcBef>
                <a:spcPts val="600"/>
              </a:spcBef>
              <a:spcAft>
                <a:spcPts val="0"/>
              </a:spcAft>
              <a:buSzPts val="1600"/>
              <a:buChar char="−"/>
              <a:defRPr>
                <a:latin typeface="Times New Roman"/>
                <a:ea typeface="Times New Roman"/>
                <a:cs typeface="Times New Roman"/>
                <a:sym typeface="Times New Roman"/>
              </a:defRPr>
            </a:lvl3pPr>
            <a:lvl4pPr indent="-228600" lvl="3" marL="1828800" algn="l">
              <a:lnSpc>
                <a:spcPct val="90000"/>
              </a:lnSpc>
              <a:spcBef>
                <a:spcPts val="600"/>
              </a:spcBef>
              <a:spcAft>
                <a:spcPts val="0"/>
              </a:spcAft>
              <a:buSzPts val="1600"/>
              <a:buNone/>
              <a:defRPr>
                <a:solidFill>
                  <a:schemeClr val="accent1"/>
                </a:solidFill>
                <a:latin typeface="Times New Roman"/>
                <a:ea typeface="Times New Roman"/>
                <a:cs typeface="Times New Roman"/>
                <a:sym typeface="Times New Roman"/>
              </a:defRPr>
            </a:lvl4pPr>
            <a:lvl5pPr indent="-228600" lvl="4" marL="2286000" algn="l">
              <a:lnSpc>
                <a:spcPct val="90000"/>
              </a:lnSpc>
              <a:spcBef>
                <a:spcPts val="600"/>
              </a:spcBef>
              <a:spcAft>
                <a:spcPts val="0"/>
              </a:spcAft>
              <a:buClr>
                <a:schemeClr val="accent1"/>
              </a:buClr>
              <a:buSzPts val="2000"/>
              <a:buNone/>
              <a:defRPr>
                <a:solidFill>
                  <a:schemeClr val="accent1"/>
                </a:solidFill>
                <a:latin typeface="Times New Roman"/>
                <a:ea typeface="Times New Roman"/>
                <a:cs typeface="Times New Roman"/>
                <a:sym typeface="Times New Roman"/>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grpSp>
        <p:nvGrpSpPr>
          <p:cNvPr id="1630" name="Google Shape;1630;p16"/>
          <p:cNvGrpSpPr/>
          <p:nvPr/>
        </p:nvGrpSpPr>
        <p:grpSpPr>
          <a:xfrm>
            <a:off x="-3786437" y="0"/>
            <a:ext cx="3693386" cy="5359349"/>
            <a:chOff x="-3786437" y="0"/>
            <a:chExt cx="3693386" cy="5359349"/>
          </a:xfrm>
        </p:grpSpPr>
        <p:sp>
          <p:nvSpPr>
            <p:cNvPr id="1631" name="Google Shape;1631;p16"/>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632" name="Google Shape;1632;p16"/>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633" name="Google Shape;1633;p16"/>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634" name="Google Shape;1634;p16"/>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635" name="Google Shape;1635;p16"/>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636" name="Google Shape;1636;p16"/>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637" name="Google Shape;1637;p16"/>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638" name="Google Shape;1638;p16"/>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639" name="Google Shape;1639;p16"/>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640" name="Google Shape;1640;p16"/>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641" name="Google Shape;1641;p16"/>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642" name="Google Shape;1642;p16"/>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643" name="Google Shape;1643;p16"/>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644" name="Google Shape;1644;p16"/>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645" name="Google Shape;1645;p16"/>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646" name="Google Shape;1646;p16"/>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647" name="Google Shape;1647;p16"/>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648" name="Google Shape;1648;p16"/>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649" name="Google Shape;1649;p16"/>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650" name="Google Shape;1650;p16"/>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651" name="Google Shape;1651;p16"/>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652" name="Google Shape;1652;p16"/>
            <p:cNvGrpSpPr/>
            <p:nvPr/>
          </p:nvGrpSpPr>
          <p:grpSpPr>
            <a:xfrm>
              <a:off x="-376736" y="4400186"/>
              <a:ext cx="283685" cy="283685"/>
              <a:chOff x="-510741" y="5913713"/>
              <a:chExt cx="267555" cy="267555"/>
            </a:xfrm>
          </p:grpSpPr>
          <p:sp>
            <p:nvSpPr>
              <p:cNvPr id="1653" name="Google Shape;1653;p16"/>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654" name="Google Shape;1654;p16"/>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655" name="Google Shape;1655;p16"/>
            <p:cNvGrpSpPr/>
            <p:nvPr/>
          </p:nvGrpSpPr>
          <p:grpSpPr>
            <a:xfrm>
              <a:off x="-3605171" y="458674"/>
              <a:ext cx="3234311" cy="558875"/>
              <a:chOff x="-3605171" y="458674"/>
              <a:chExt cx="3234311" cy="558875"/>
            </a:xfrm>
          </p:grpSpPr>
          <p:sp>
            <p:nvSpPr>
              <p:cNvPr id="1656" name="Google Shape;1656;p16"/>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657" name="Google Shape;1657;p16"/>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658" name="Google Shape;1658;p16"/>
              <p:cNvGrpSpPr/>
              <p:nvPr/>
            </p:nvGrpSpPr>
            <p:grpSpPr>
              <a:xfrm>
                <a:off x="-3386247" y="830871"/>
                <a:ext cx="139423" cy="109566"/>
                <a:chOff x="-2866744" y="827071"/>
                <a:chExt cx="168701" cy="132575"/>
              </a:xfrm>
            </p:grpSpPr>
            <p:grpSp>
              <p:nvGrpSpPr>
                <p:cNvPr id="1659" name="Google Shape;1659;p16"/>
                <p:cNvGrpSpPr/>
                <p:nvPr/>
              </p:nvGrpSpPr>
              <p:grpSpPr>
                <a:xfrm>
                  <a:off x="-2866744" y="827071"/>
                  <a:ext cx="168701" cy="132575"/>
                  <a:chOff x="-2866744" y="827071"/>
                  <a:chExt cx="168701" cy="132575"/>
                </a:xfrm>
              </p:grpSpPr>
              <p:cxnSp>
                <p:nvCxnSpPr>
                  <p:cNvPr id="1660" name="Google Shape;1660;p16"/>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61" name="Google Shape;1661;p16"/>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62" name="Google Shape;1662;p16"/>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63" name="Google Shape;1663;p16"/>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64" name="Google Shape;1664;p16"/>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665" name="Google Shape;1665;p16"/>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666" name="Google Shape;1666;p16"/>
              <p:cNvGrpSpPr/>
              <p:nvPr/>
            </p:nvGrpSpPr>
            <p:grpSpPr>
              <a:xfrm>
                <a:off x="-3605171" y="830871"/>
                <a:ext cx="139423" cy="109566"/>
                <a:chOff x="-2866744" y="518074"/>
                <a:chExt cx="168701" cy="132575"/>
              </a:xfrm>
            </p:grpSpPr>
            <p:grpSp>
              <p:nvGrpSpPr>
                <p:cNvPr id="1667" name="Google Shape;1667;p16"/>
                <p:cNvGrpSpPr/>
                <p:nvPr/>
              </p:nvGrpSpPr>
              <p:grpSpPr>
                <a:xfrm>
                  <a:off x="-2866744" y="518074"/>
                  <a:ext cx="168701" cy="132575"/>
                  <a:chOff x="-2866744" y="518074"/>
                  <a:chExt cx="168701" cy="132575"/>
                </a:xfrm>
              </p:grpSpPr>
              <p:cxnSp>
                <p:nvCxnSpPr>
                  <p:cNvPr id="1668" name="Google Shape;1668;p16"/>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69" name="Google Shape;1669;p16"/>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70" name="Google Shape;1670;p16"/>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71" name="Google Shape;1671;p16"/>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72" name="Google Shape;1672;p16"/>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673" name="Google Shape;1673;p16"/>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674" name="Google Shape;1674;p16"/>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675" name="Google Shape;1675;p16"/>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676" name="Google Shape;1676;p16"/>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677" name="Google Shape;1677;p16"/>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678" name="Google Shape;1678;p16"/>
              <p:cNvGrpSpPr/>
              <p:nvPr/>
            </p:nvGrpSpPr>
            <p:grpSpPr>
              <a:xfrm>
                <a:off x="-2916763" y="769168"/>
                <a:ext cx="268738" cy="248381"/>
                <a:chOff x="-2916763" y="769168"/>
                <a:chExt cx="268738" cy="248381"/>
              </a:xfrm>
            </p:grpSpPr>
            <p:sp>
              <p:nvSpPr>
                <p:cNvPr id="1679" name="Google Shape;1679;p16"/>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680" name="Google Shape;1680;p16"/>
                <p:cNvGrpSpPr/>
                <p:nvPr/>
              </p:nvGrpSpPr>
              <p:grpSpPr>
                <a:xfrm>
                  <a:off x="-2866744" y="827071"/>
                  <a:ext cx="168701" cy="132575"/>
                  <a:chOff x="-2866744" y="827071"/>
                  <a:chExt cx="168701" cy="132575"/>
                </a:xfrm>
              </p:grpSpPr>
              <p:cxnSp>
                <p:nvCxnSpPr>
                  <p:cNvPr id="1681" name="Google Shape;1681;p16"/>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82" name="Google Shape;1682;p16"/>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83" name="Google Shape;1683;p16"/>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84" name="Google Shape;1684;p16"/>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85" name="Google Shape;1685;p16"/>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686" name="Google Shape;1686;p16"/>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687" name="Google Shape;1687;p16"/>
              <p:cNvGrpSpPr/>
              <p:nvPr/>
            </p:nvGrpSpPr>
            <p:grpSpPr>
              <a:xfrm>
                <a:off x="-2916763" y="460171"/>
                <a:ext cx="268738" cy="248381"/>
                <a:chOff x="-2916763" y="460171"/>
                <a:chExt cx="268738" cy="248381"/>
              </a:xfrm>
            </p:grpSpPr>
            <p:sp>
              <p:nvSpPr>
                <p:cNvPr id="1688" name="Google Shape;1688;p16"/>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689" name="Google Shape;1689;p16"/>
                <p:cNvGrpSpPr/>
                <p:nvPr/>
              </p:nvGrpSpPr>
              <p:grpSpPr>
                <a:xfrm>
                  <a:off x="-2866744" y="518074"/>
                  <a:ext cx="168701" cy="132575"/>
                  <a:chOff x="-2866744" y="518074"/>
                  <a:chExt cx="168701" cy="132575"/>
                </a:xfrm>
              </p:grpSpPr>
              <p:cxnSp>
                <p:nvCxnSpPr>
                  <p:cNvPr id="1690" name="Google Shape;1690;p16"/>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91" name="Google Shape;1691;p16"/>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92" name="Google Shape;1692;p16"/>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93" name="Google Shape;1693;p16"/>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694" name="Google Shape;1694;p16"/>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695" name="Google Shape;1695;p16"/>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696" name="Google Shape;1696;p16"/>
          <p:cNvGrpSpPr/>
          <p:nvPr/>
        </p:nvGrpSpPr>
        <p:grpSpPr>
          <a:xfrm>
            <a:off x="12377595" y="0"/>
            <a:ext cx="3693386" cy="5270646"/>
            <a:chOff x="-3786437" y="0"/>
            <a:chExt cx="3693386" cy="5270646"/>
          </a:xfrm>
        </p:grpSpPr>
        <p:sp>
          <p:nvSpPr>
            <p:cNvPr id="1697" name="Google Shape;1697;p16"/>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698" name="Google Shape;1698;p16"/>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699" name="Google Shape;1699;p16"/>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700" name="Google Shape;1700;p16"/>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701" name="Google Shape;1701;p16"/>
            <p:cNvGrpSpPr/>
            <p:nvPr/>
          </p:nvGrpSpPr>
          <p:grpSpPr>
            <a:xfrm>
              <a:off x="-3316179" y="1231351"/>
              <a:ext cx="294789" cy="346676"/>
              <a:chOff x="14466489" y="1001522"/>
              <a:chExt cx="290627" cy="341782"/>
            </a:xfrm>
          </p:grpSpPr>
          <p:sp>
            <p:nvSpPr>
              <p:cNvPr id="1702" name="Google Shape;1702;p16"/>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703" name="Google Shape;1703;p16"/>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704" name="Google Shape;1704;p16"/>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705" name="Google Shape;1705;p16"/>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706" name="Google Shape;1706;p16"/>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707" name="Google Shape;1707;p16"/>
              <p:cNvCxnSpPr>
                <a:stCxn id="1705"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708" name="Google Shape;1708;p16"/>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709" name="Google Shape;1709;p16"/>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710" name="Google Shape;1710;p16"/>
            <p:cNvGrpSpPr/>
            <p:nvPr/>
          </p:nvGrpSpPr>
          <p:grpSpPr>
            <a:xfrm>
              <a:off x="-3311319" y="2164285"/>
              <a:ext cx="825500" cy="209550"/>
              <a:chOff x="13504624" y="2482850"/>
              <a:chExt cx="825500" cy="209550"/>
            </a:xfrm>
          </p:grpSpPr>
          <p:sp>
            <p:nvSpPr>
              <p:cNvPr id="1711" name="Google Shape;1711;p16"/>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712" name="Google Shape;1712;p16"/>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713" name="Google Shape;1713;p16"/>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714" name="Google Shape;1714;p16"/>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715" name="Google Shape;1715;p16"/>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716" name="Google Shape;1716;p16"/>
            <p:cNvGrpSpPr/>
            <p:nvPr/>
          </p:nvGrpSpPr>
          <p:grpSpPr>
            <a:xfrm>
              <a:off x="-3408294" y="3643742"/>
              <a:ext cx="622283" cy="612920"/>
              <a:chOff x="12617641" y="3403239"/>
              <a:chExt cx="752963" cy="741634"/>
            </a:xfrm>
          </p:grpSpPr>
          <p:grpSp>
            <p:nvGrpSpPr>
              <p:cNvPr id="1717" name="Google Shape;1717;p16"/>
              <p:cNvGrpSpPr/>
              <p:nvPr/>
            </p:nvGrpSpPr>
            <p:grpSpPr>
              <a:xfrm>
                <a:off x="12771530" y="3403239"/>
                <a:ext cx="467176" cy="448491"/>
                <a:chOff x="12782157" y="3403239"/>
                <a:chExt cx="467176" cy="448491"/>
              </a:xfrm>
            </p:grpSpPr>
            <p:grpSp>
              <p:nvGrpSpPr>
                <p:cNvPr id="1718" name="Google Shape;1718;p16"/>
                <p:cNvGrpSpPr/>
                <p:nvPr/>
              </p:nvGrpSpPr>
              <p:grpSpPr>
                <a:xfrm>
                  <a:off x="12782157" y="3403239"/>
                  <a:ext cx="412976" cy="396132"/>
                  <a:chOff x="13554906" y="3320109"/>
                  <a:chExt cx="443917" cy="425811"/>
                </a:xfrm>
              </p:grpSpPr>
              <p:grpSp>
                <p:nvGrpSpPr>
                  <p:cNvPr id="1719" name="Google Shape;1719;p16"/>
                  <p:cNvGrpSpPr/>
                  <p:nvPr/>
                </p:nvGrpSpPr>
                <p:grpSpPr>
                  <a:xfrm>
                    <a:off x="13554906" y="3320109"/>
                    <a:ext cx="443917" cy="425811"/>
                    <a:chOff x="12909684" y="1276143"/>
                    <a:chExt cx="443917" cy="425811"/>
                  </a:xfrm>
                </p:grpSpPr>
                <p:sp>
                  <p:nvSpPr>
                    <p:cNvPr id="1720" name="Google Shape;1720;p16"/>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721" name="Google Shape;1721;p16"/>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722" name="Google Shape;1722;p16"/>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723" name="Google Shape;1723;p16"/>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724" name="Google Shape;1724;p16"/>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725" name="Google Shape;1725;p16"/>
                <p:cNvGrpSpPr/>
                <p:nvPr/>
              </p:nvGrpSpPr>
              <p:grpSpPr>
                <a:xfrm>
                  <a:off x="13103513" y="3705268"/>
                  <a:ext cx="145820" cy="146462"/>
                  <a:chOff x="13096169" y="3602278"/>
                  <a:chExt cx="145820" cy="146462"/>
                </a:xfrm>
              </p:grpSpPr>
              <p:sp>
                <p:nvSpPr>
                  <p:cNvPr id="1726" name="Google Shape;1726;p16"/>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727" name="Google Shape;1727;p16"/>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728" name="Google Shape;1728;p16"/>
                <p:cNvGrpSpPr/>
                <p:nvPr/>
              </p:nvGrpSpPr>
              <p:grpSpPr>
                <a:xfrm rot="10800000">
                  <a:off x="13061402" y="3665637"/>
                  <a:ext cx="145820" cy="146462"/>
                  <a:chOff x="13096169" y="3602278"/>
                  <a:chExt cx="145820" cy="146462"/>
                </a:xfrm>
              </p:grpSpPr>
              <p:sp>
                <p:nvSpPr>
                  <p:cNvPr id="1729" name="Google Shape;1729;p16"/>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730" name="Google Shape;1730;p16"/>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731" name="Google Shape;1731;p16"/>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732" name="Google Shape;1732;p16"/>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733" name="Google Shape;1733;p16"/>
            <p:cNvGrpSpPr/>
            <p:nvPr/>
          </p:nvGrpSpPr>
          <p:grpSpPr>
            <a:xfrm>
              <a:off x="-376736" y="4271597"/>
              <a:ext cx="283685" cy="283685"/>
              <a:chOff x="-510741" y="5913713"/>
              <a:chExt cx="267555" cy="267555"/>
            </a:xfrm>
          </p:grpSpPr>
          <p:sp>
            <p:nvSpPr>
              <p:cNvPr id="1734" name="Google Shape;1734;p16"/>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735" name="Google Shape;1735;p16"/>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736" name="Google Shape;1736;p16"/>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7" name="Google Shape;1737;p16"/>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738" name="Google Shape;1738;p16"/>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oto + Tekst (horizontaal)">
  <p:cSld name="50% Foto + Tekst (horizontaal)">
    <p:spTree>
      <p:nvGrpSpPr>
        <p:cNvPr id="1739" name="Shape 1739"/>
        <p:cNvGrpSpPr/>
        <p:nvPr/>
      </p:nvGrpSpPr>
      <p:grpSpPr>
        <a:xfrm>
          <a:off x="0" y="0"/>
          <a:ext cx="0" cy="0"/>
          <a:chOff x="0" y="0"/>
          <a:chExt cx="0" cy="0"/>
        </a:xfrm>
      </p:grpSpPr>
      <p:sp>
        <p:nvSpPr>
          <p:cNvPr id="1740" name="Google Shape;1740;p17"/>
          <p:cNvSpPr txBox="1"/>
          <p:nvPr>
            <p:ph idx="1" type="body"/>
          </p:nvPr>
        </p:nvSpPr>
        <p:spPr>
          <a:xfrm>
            <a:off x="489314" y="4932000"/>
            <a:ext cx="11148649" cy="101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600"/>
              </a:spcBef>
              <a:spcAft>
                <a:spcPts val="0"/>
              </a:spcAft>
              <a:buClr>
                <a:schemeClr val="dk1"/>
              </a:buClr>
              <a:buSzPts val="1800"/>
              <a:buChar char="•"/>
              <a:defRPr/>
            </a:lvl1pPr>
            <a:lvl2pPr indent="-342900" lvl="1" marL="914400" algn="l">
              <a:lnSpc>
                <a:spcPct val="90000"/>
              </a:lnSpc>
              <a:spcBef>
                <a:spcPts val="6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228600" lvl="3" marL="1828800" algn="l">
              <a:lnSpc>
                <a:spcPct val="90000"/>
              </a:lnSpc>
              <a:spcBef>
                <a:spcPts val="600"/>
              </a:spcBef>
              <a:spcAft>
                <a:spcPts val="0"/>
              </a:spcAft>
              <a:buSzPts val="1600"/>
              <a:buNone/>
              <a:defRPr sz="1600"/>
            </a:lvl4pPr>
            <a:lvl5pPr indent="-228600" lvl="4" marL="2286000" algn="l">
              <a:lnSpc>
                <a:spcPct val="90000"/>
              </a:lnSpc>
              <a:spcBef>
                <a:spcPts val="600"/>
              </a:spcBef>
              <a:spcAft>
                <a:spcPts val="0"/>
              </a:spcAft>
              <a:buClr>
                <a:schemeClr val="accent1"/>
              </a:buClr>
              <a:buSzPts val="1800"/>
              <a:buNone/>
              <a:defRPr/>
            </a:lvl5pPr>
            <a:lvl6pPr indent="-228600" lvl="5" marL="2743200" algn="l">
              <a:lnSpc>
                <a:spcPct val="90000"/>
              </a:lnSpc>
              <a:spcBef>
                <a:spcPts val="600"/>
              </a:spcBef>
              <a:spcAft>
                <a:spcPts val="0"/>
              </a:spcAft>
              <a:buSzPts val="1800"/>
              <a:buNone/>
              <a:defRPr/>
            </a:lvl6pPr>
            <a:lvl7pPr indent="-342900" lvl="6" marL="3200400" algn="l">
              <a:lnSpc>
                <a:spcPct val="90000"/>
              </a:lnSpc>
              <a:spcBef>
                <a:spcPts val="600"/>
              </a:spcBef>
              <a:spcAft>
                <a:spcPts val="0"/>
              </a:spcAft>
              <a:buSzPts val="1800"/>
              <a:buAutoNum type="arabicPeriod"/>
              <a:defRPr/>
            </a:lvl7pPr>
            <a:lvl8pPr indent="-342900" lvl="7" marL="3657600" algn="l">
              <a:lnSpc>
                <a:spcPct val="90000"/>
              </a:lnSpc>
              <a:spcBef>
                <a:spcPts val="600"/>
              </a:spcBef>
              <a:spcAft>
                <a:spcPts val="0"/>
              </a:spcAft>
              <a:buClr>
                <a:schemeClr val="dk1"/>
              </a:buClr>
              <a:buSzPts val="1800"/>
              <a:buAutoNum type="alphaLcPeriod"/>
              <a:defRPr/>
            </a:lvl8pPr>
            <a:lvl9pPr indent="-342900" lvl="8" marL="4114800" algn="l">
              <a:lnSpc>
                <a:spcPct val="90000"/>
              </a:lnSpc>
              <a:spcBef>
                <a:spcPts val="600"/>
              </a:spcBef>
              <a:spcAft>
                <a:spcPts val="600"/>
              </a:spcAft>
              <a:buClr>
                <a:schemeClr val="dk1"/>
              </a:buClr>
              <a:buSzPts val="1800"/>
              <a:buChar char="•"/>
              <a:defRPr/>
            </a:lvl9pPr>
          </a:lstStyle>
          <a:p/>
        </p:txBody>
      </p:sp>
      <p:sp>
        <p:nvSpPr>
          <p:cNvPr id="1741" name="Google Shape;1741;p17"/>
          <p:cNvSpPr/>
          <p:nvPr>
            <p:ph idx="2" type="pic"/>
          </p:nvPr>
        </p:nvSpPr>
        <p:spPr>
          <a:xfrm>
            <a:off x="0" y="1"/>
            <a:ext cx="12192000" cy="3430800"/>
          </a:xfrm>
          <a:prstGeom prst="rect">
            <a:avLst/>
          </a:prstGeom>
          <a:noFill/>
          <a:ln>
            <a:noFill/>
          </a:ln>
        </p:spPr>
      </p:sp>
      <p:grpSp>
        <p:nvGrpSpPr>
          <p:cNvPr id="1742" name="Google Shape;1742;p17"/>
          <p:cNvGrpSpPr/>
          <p:nvPr/>
        </p:nvGrpSpPr>
        <p:grpSpPr>
          <a:xfrm>
            <a:off x="-3786437" y="0"/>
            <a:ext cx="3693386" cy="5359349"/>
            <a:chOff x="-3786437" y="0"/>
            <a:chExt cx="3693386" cy="5359349"/>
          </a:xfrm>
        </p:grpSpPr>
        <p:sp>
          <p:nvSpPr>
            <p:cNvPr id="1743" name="Google Shape;1743;p17"/>
            <p:cNvSpPr/>
            <p:nvPr/>
          </p:nvSpPr>
          <p:spPr>
            <a:xfrm>
              <a:off x="-3786165" y="0"/>
              <a:ext cx="3593091" cy="4641338"/>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TEKSTNIVEAUS KIEZEN</a:t>
              </a:r>
              <a:endParaRPr sz="1800">
                <a:solidFill>
                  <a:schemeClr val="lt1"/>
                </a:solidFill>
                <a:latin typeface="Times New Roman"/>
                <a:ea typeface="Times New Roman"/>
                <a:cs typeface="Times New Roman"/>
                <a:sym typeface="Times New Roman"/>
              </a:endParaRPr>
            </a:p>
          </p:txBody>
        </p:sp>
        <p:sp>
          <p:nvSpPr>
            <p:cNvPr id="1744" name="Google Shape;1744;p17"/>
            <p:cNvSpPr/>
            <p:nvPr/>
          </p:nvSpPr>
          <p:spPr>
            <a:xfrm>
              <a:off x="-3604183" y="183748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745" name="Google Shape;1745;p17"/>
            <p:cNvSpPr/>
            <p:nvPr/>
          </p:nvSpPr>
          <p:spPr>
            <a:xfrm>
              <a:off x="-3319415" y="1837484"/>
              <a:ext cx="2949220" cy="180000"/>
            </a:xfrm>
            <a:prstGeom prst="rect">
              <a:avLst/>
            </a:prstGeom>
            <a:noFill/>
            <a:ln>
              <a:noFill/>
            </a:ln>
          </p:spPr>
          <p:txBody>
            <a:bodyPr anchorCtr="0" anchor="ctr" bIns="0" lIns="0" spcFirstLastPara="1" rIns="0" wrap="square" tIns="0">
              <a:noAutofit/>
            </a:bodyPr>
            <a:lstStyle/>
            <a:p>
              <a:pPr indent="-177800" lvl="0" marL="17780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Bullet</a:t>
              </a:r>
              <a:endParaRPr b="0" i="0" sz="1200" u="none" cap="none" strike="noStrike">
                <a:solidFill>
                  <a:srgbClr val="1A1A20"/>
                </a:solidFill>
                <a:latin typeface="Calibri"/>
                <a:ea typeface="Calibri"/>
                <a:cs typeface="Calibri"/>
                <a:sym typeface="Calibri"/>
              </a:endParaRPr>
            </a:p>
          </p:txBody>
        </p:sp>
        <p:sp>
          <p:nvSpPr>
            <p:cNvPr id="1746" name="Google Shape;1746;p17"/>
            <p:cNvSpPr/>
            <p:nvPr/>
          </p:nvSpPr>
          <p:spPr>
            <a:xfrm>
              <a:off x="-3604183" y="212876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747" name="Google Shape;1747;p17"/>
            <p:cNvSpPr/>
            <p:nvPr/>
          </p:nvSpPr>
          <p:spPr>
            <a:xfrm>
              <a:off x="-3604183" y="1196113"/>
              <a:ext cx="3229047" cy="45922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Gebruik onder de tab </a:t>
              </a:r>
              <a:r>
                <a:rPr b="1" i="0" lang="nl-NL" sz="1200" u="none" cap="none" strike="noStrike">
                  <a:solidFill>
                    <a:srgbClr val="000000"/>
                  </a:solidFill>
                  <a:latin typeface="Calibri"/>
                  <a:ea typeface="Calibri"/>
                  <a:cs typeface="Calibri"/>
                  <a:sym typeface="Calibri"/>
                </a:rPr>
                <a:t>‘Start’</a:t>
              </a:r>
              <a:r>
                <a:rPr b="0" i="0" lang="nl-NL" sz="1200" u="none" cap="none" strike="noStrike">
                  <a:solidFill>
                    <a:srgbClr val="000000"/>
                  </a:solidFill>
                  <a:latin typeface="Calibri"/>
                  <a:ea typeface="Calibri"/>
                  <a:cs typeface="Calibri"/>
                  <a:sym typeface="Calibri"/>
                </a:rPr>
                <a:t> de </a:t>
              </a:r>
              <a:r>
                <a:rPr b="1" i="0" lang="nl-NL" sz="1200" u="none" cap="none" strike="noStrike">
                  <a:solidFill>
                    <a:srgbClr val="000000"/>
                  </a:solidFill>
                  <a:latin typeface="Calibri"/>
                  <a:ea typeface="Calibri"/>
                  <a:cs typeface="Calibri"/>
                  <a:sym typeface="Calibri"/>
                </a:rPr>
                <a:t>lijstniveau-knoppen</a:t>
              </a:r>
              <a:r>
                <a:rPr b="0" i="0" lang="nl-NL" sz="1200" u="none" cap="none" strike="noStrike">
                  <a:solidFill>
                    <a:srgbClr val="000000"/>
                  </a:solidFill>
                  <a:latin typeface="Calibri"/>
                  <a:ea typeface="Calibri"/>
                  <a:cs typeface="Calibri"/>
                  <a:sym typeface="Calibri"/>
                </a:rPr>
                <a:t> om een tekst niveau te kiezen. </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Kies uit:</a:t>
              </a:r>
              <a:endParaRPr sz="1800">
                <a:solidFill>
                  <a:schemeClr val="dk1"/>
                </a:solidFill>
                <a:latin typeface="Times New Roman"/>
                <a:ea typeface="Times New Roman"/>
                <a:cs typeface="Times New Roman"/>
                <a:sym typeface="Times New Roman"/>
              </a:endParaRPr>
            </a:p>
          </p:txBody>
        </p:sp>
        <p:sp>
          <p:nvSpPr>
            <p:cNvPr id="1748" name="Google Shape;1748;p17"/>
            <p:cNvSpPr/>
            <p:nvPr/>
          </p:nvSpPr>
          <p:spPr>
            <a:xfrm>
              <a:off x="-3319415" y="2128873"/>
              <a:ext cx="2949220" cy="180000"/>
            </a:xfrm>
            <a:prstGeom prst="rect">
              <a:avLst/>
            </a:prstGeom>
            <a:noFill/>
            <a:ln>
              <a:noFill/>
            </a:ln>
          </p:spPr>
          <p:txBody>
            <a:bodyPr anchorCtr="0" anchor="ctr" bIns="0" lIns="0" spcFirstLastPara="1" rIns="0" wrap="square" tIns="0">
              <a:noAutofit/>
            </a:bodyPr>
            <a:lstStyle/>
            <a:p>
              <a:pPr indent="-171450" lvl="0" marL="349250" marR="0" rtl="0" algn="l">
                <a:lnSpc>
                  <a:spcPct val="100000"/>
                </a:lnSpc>
                <a:spcBef>
                  <a:spcPts val="0"/>
                </a:spcBef>
                <a:spcAft>
                  <a:spcPts val="0"/>
                </a:spcAft>
                <a:buClr>
                  <a:srgbClr val="1A1A20"/>
                </a:buClr>
                <a:buSzPts val="1200"/>
                <a:buFont typeface="Arial"/>
                <a:buChar char="•"/>
              </a:pPr>
              <a:r>
                <a:rPr b="0" i="0" lang="nl-NL" sz="1200" u="none" cap="none" strike="noStrike">
                  <a:solidFill>
                    <a:srgbClr val="1A1A20"/>
                  </a:solidFill>
                  <a:latin typeface="Calibri"/>
                  <a:ea typeface="Calibri"/>
                  <a:cs typeface="Calibri"/>
                  <a:sym typeface="Calibri"/>
                </a:rPr>
                <a:t>Sub-bullet #1</a:t>
              </a:r>
              <a:endParaRPr sz="1800">
                <a:solidFill>
                  <a:schemeClr val="dk1"/>
                </a:solidFill>
                <a:latin typeface="Times New Roman"/>
                <a:ea typeface="Times New Roman"/>
                <a:cs typeface="Times New Roman"/>
                <a:sym typeface="Times New Roman"/>
              </a:endParaRPr>
            </a:p>
          </p:txBody>
        </p:sp>
        <p:sp>
          <p:nvSpPr>
            <p:cNvPr id="1749" name="Google Shape;1749;p17"/>
            <p:cNvSpPr/>
            <p:nvPr/>
          </p:nvSpPr>
          <p:spPr>
            <a:xfrm>
              <a:off x="-3604183" y="242005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750" name="Google Shape;1750;p17"/>
            <p:cNvSpPr/>
            <p:nvPr/>
          </p:nvSpPr>
          <p:spPr>
            <a:xfrm>
              <a:off x="-3319415" y="2420262"/>
              <a:ext cx="2949220" cy="180000"/>
            </a:xfrm>
            <a:prstGeom prst="rect">
              <a:avLst/>
            </a:prstGeom>
            <a:noFill/>
            <a:ln>
              <a:noFill/>
            </a:ln>
          </p:spPr>
          <p:txBody>
            <a:bodyPr anchorCtr="0" anchor="ctr" bIns="0" lIns="0" spcFirstLastPara="1" rIns="0" wrap="square" tIns="0">
              <a:noAutofit/>
            </a:bodyPr>
            <a:lstStyle/>
            <a:p>
              <a:pPr indent="-177800" lvl="0" marL="539750" marR="0" rtl="0" algn="l">
                <a:lnSpc>
                  <a:spcPct val="100000"/>
                </a:lnSpc>
                <a:spcBef>
                  <a:spcPts val="0"/>
                </a:spcBef>
                <a:spcAft>
                  <a:spcPts val="0"/>
                </a:spcAft>
                <a:buClr>
                  <a:srgbClr val="1A1A20"/>
                </a:buClr>
                <a:buSzPts val="1200"/>
                <a:buFont typeface="Calibri"/>
                <a:buChar char="–"/>
              </a:pPr>
              <a:r>
                <a:rPr b="0" i="0" lang="nl-NL" sz="1200" u="none" cap="none" strike="noStrike">
                  <a:solidFill>
                    <a:srgbClr val="1A1A20"/>
                  </a:solidFill>
                  <a:latin typeface="Calibri"/>
                  <a:ea typeface="Calibri"/>
                  <a:cs typeface="Calibri"/>
                  <a:sym typeface="Calibri"/>
                </a:rPr>
                <a:t>Sub-bullet</a:t>
              </a:r>
              <a:r>
                <a:rPr b="0" i="0" lang="nl-NL" sz="1200" u="none" cap="none" strike="noStrike">
                  <a:solidFill>
                    <a:schemeClr val="dk1"/>
                  </a:solidFill>
                  <a:latin typeface="Calibri"/>
                  <a:ea typeface="Calibri"/>
                  <a:cs typeface="Calibri"/>
                  <a:sym typeface="Calibri"/>
                </a:rPr>
                <a:t> #2</a:t>
              </a:r>
              <a:endParaRPr sz="1800">
                <a:solidFill>
                  <a:schemeClr val="dk1"/>
                </a:solidFill>
                <a:latin typeface="Times New Roman"/>
                <a:ea typeface="Times New Roman"/>
                <a:cs typeface="Times New Roman"/>
                <a:sym typeface="Times New Roman"/>
              </a:endParaRPr>
            </a:p>
          </p:txBody>
        </p:sp>
        <p:sp>
          <p:nvSpPr>
            <p:cNvPr id="1751" name="Google Shape;1751;p17"/>
            <p:cNvSpPr/>
            <p:nvPr/>
          </p:nvSpPr>
          <p:spPr>
            <a:xfrm>
              <a:off x="-3604183" y="2711336"/>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4</a:t>
              </a:r>
              <a:endParaRPr sz="1800">
                <a:solidFill>
                  <a:schemeClr val="dk1"/>
                </a:solidFill>
                <a:latin typeface="Times New Roman"/>
                <a:ea typeface="Times New Roman"/>
                <a:cs typeface="Times New Roman"/>
                <a:sym typeface="Times New Roman"/>
              </a:endParaRPr>
            </a:p>
          </p:txBody>
        </p:sp>
        <p:sp>
          <p:nvSpPr>
            <p:cNvPr id="1752" name="Google Shape;1752;p17"/>
            <p:cNvSpPr/>
            <p:nvPr/>
          </p:nvSpPr>
          <p:spPr>
            <a:xfrm>
              <a:off x="-3319415" y="2711651"/>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200"/>
                <a:buFont typeface="Arial"/>
                <a:buNone/>
              </a:pPr>
              <a:r>
                <a:rPr b="0" i="0" lang="nl-NL" sz="1200" u="none" cap="none" strike="noStrike">
                  <a:solidFill>
                    <a:schemeClr val="dk1"/>
                  </a:solidFill>
                  <a:latin typeface="Calibri"/>
                  <a:ea typeface="Calibri"/>
                  <a:cs typeface="Calibri"/>
                  <a:sym typeface="Calibri"/>
                </a:rPr>
                <a:t>Leestekst</a:t>
              </a:r>
              <a:endParaRPr sz="1800">
                <a:solidFill>
                  <a:schemeClr val="dk1"/>
                </a:solidFill>
                <a:latin typeface="Times New Roman"/>
                <a:ea typeface="Times New Roman"/>
                <a:cs typeface="Times New Roman"/>
                <a:sym typeface="Times New Roman"/>
              </a:endParaRPr>
            </a:p>
          </p:txBody>
        </p:sp>
        <p:sp>
          <p:nvSpPr>
            <p:cNvPr id="1753" name="Google Shape;1753;p17"/>
            <p:cNvSpPr/>
            <p:nvPr/>
          </p:nvSpPr>
          <p:spPr>
            <a:xfrm>
              <a:off x="-3604183" y="3002620"/>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5</a:t>
              </a:r>
              <a:endParaRPr sz="1800">
                <a:solidFill>
                  <a:schemeClr val="dk1"/>
                </a:solidFill>
                <a:latin typeface="Times New Roman"/>
                <a:ea typeface="Times New Roman"/>
                <a:cs typeface="Times New Roman"/>
                <a:sym typeface="Times New Roman"/>
              </a:endParaRPr>
            </a:p>
          </p:txBody>
        </p:sp>
        <p:sp>
          <p:nvSpPr>
            <p:cNvPr id="1754" name="Google Shape;1754;p17"/>
            <p:cNvSpPr/>
            <p:nvPr/>
          </p:nvSpPr>
          <p:spPr>
            <a:xfrm>
              <a:off x="-3319415" y="3003040"/>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i="0" lang="nl-NL" sz="1400" u="none" cap="none" strike="noStrike">
                  <a:solidFill>
                    <a:schemeClr val="dk1"/>
                  </a:solidFill>
                  <a:latin typeface="Calibri"/>
                  <a:ea typeface="Calibri"/>
                  <a:cs typeface="Calibri"/>
                  <a:sym typeface="Calibri"/>
                </a:rPr>
                <a:t>Kop #1</a:t>
              </a:r>
              <a:endParaRPr sz="1800">
                <a:solidFill>
                  <a:schemeClr val="dk1"/>
                </a:solidFill>
                <a:latin typeface="Times New Roman"/>
                <a:ea typeface="Times New Roman"/>
                <a:cs typeface="Times New Roman"/>
                <a:sym typeface="Times New Roman"/>
              </a:endParaRPr>
            </a:p>
          </p:txBody>
        </p:sp>
        <p:sp>
          <p:nvSpPr>
            <p:cNvPr id="1755" name="Google Shape;1755;p17"/>
            <p:cNvSpPr/>
            <p:nvPr/>
          </p:nvSpPr>
          <p:spPr>
            <a:xfrm>
              <a:off x="-3604183" y="329390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6</a:t>
              </a:r>
              <a:endParaRPr sz="1800">
                <a:solidFill>
                  <a:schemeClr val="dk1"/>
                </a:solidFill>
                <a:latin typeface="Times New Roman"/>
                <a:ea typeface="Times New Roman"/>
                <a:cs typeface="Times New Roman"/>
                <a:sym typeface="Times New Roman"/>
              </a:endParaRPr>
            </a:p>
          </p:txBody>
        </p:sp>
        <p:sp>
          <p:nvSpPr>
            <p:cNvPr id="1756" name="Google Shape;1756;p17"/>
            <p:cNvSpPr/>
            <p:nvPr/>
          </p:nvSpPr>
          <p:spPr>
            <a:xfrm>
              <a:off x="-3319415" y="3585818"/>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rabicPeriod"/>
              </a:pPr>
              <a:r>
                <a:rPr b="0" i="0" lang="nl-NL" sz="1200" u="none" cap="none" strike="noStrike">
                  <a:solidFill>
                    <a:srgbClr val="1A1A20"/>
                  </a:solidFill>
                  <a:latin typeface="Calibri"/>
                  <a:ea typeface="Calibri"/>
                  <a:cs typeface="Calibri"/>
                  <a:sym typeface="Calibri"/>
                </a:rPr>
                <a:t>Numerieke bullet</a:t>
              </a:r>
              <a:endParaRPr b="0" i="0" sz="1200" u="none" cap="none" strike="noStrike">
                <a:solidFill>
                  <a:srgbClr val="1A1A20"/>
                </a:solidFill>
                <a:latin typeface="Calibri"/>
                <a:ea typeface="Calibri"/>
                <a:cs typeface="Calibri"/>
                <a:sym typeface="Calibri"/>
              </a:endParaRPr>
            </a:p>
          </p:txBody>
        </p:sp>
        <p:sp>
          <p:nvSpPr>
            <p:cNvPr id="1757" name="Google Shape;1757;p17"/>
            <p:cNvSpPr/>
            <p:nvPr/>
          </p:nvSpPr>
          <p:spPr>
            <a:xfrm>
              <a:off x="-3604183" y="3585188"/>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7</a:t>
              </a:r>
              <a:endParaRPr sz="1800">
                <a:solidFill>
                  <a:schemeClr val="dk1"/>
                </a:solidFill>
                <a:latin typeface="Times New Roman"/>
                <a:ea typeface="Times New Roman"/>
                <a:cs typeface="Times New Roman"/>
                <a:sym typeface="Times New Roman"/>
              </a:endParaRPr>
            </a:p>
          </p:txBody>
        </p:sp>
        <p:sp>
          <p:nvSpPr>
            <p:cNvPr id="1758" name="Google Shape;1758;p17"/>
            <p:cNvSpPr/>
            <p:nvPr/>
          </p:nvSpPr>
          <p:spPr>
            <a:xfrm>
              <a:off x="-3325830" y="3877207"/>
              <a:ext cx="2949220" cy="180000"/>
            </a:xfrm>
            <a:prstGeom prst="rect">
              <a:avLst/>
            </a:prstGeom>
            <a:noFill/>
            <a:ln>
              <a:noFill/>
            </a:ln>
          </p:spPr>
          <p:txBody>
            <a:bodyPr anchorCtr="0" anchor="ctr" bIns="0" lIns="0" spcFirstLastPara="1" rIns="0" wrap="square" tIns="0">
              <a:noAutofit/>
            </a:bodyPr>
            <a:lstStyle/>
            <a:p>
              <a:pPr indent="-266700" lvl="0" marL="266700" marR="0" rtl="0" algn="l">
                <a:lnSpc>
                  <a:spcPct val="100000"/>
                </a:lnSpc>
                <a:spcBef>
                  <a:spcPts val="0"/>
                </a:spcBef>
                <a:spcAft>
                  <a:spcPts val="0"/>
                </a:spcAft>
                <a:buClr>
                  <a:srgbClr val="1A1A20"/>
                </a:buClr>
                <a:buSzPts val="1200"/>
                <a:buFont typeface="Times New Roman"/>
                <a:buAutoNum type="alphaUcPeriod"/>
              </a:pPr>
              <a:r>
                <a:rPr b="0" i="0" lang="nl-NL" sz="1200" u="none" cap="none" strike="noStrike">
                  <a:solidFill>
                    <a:srgbClr val="1A1A20"/>
                  </a:solidFill>
                  <a:latin typeface="Calibri"/>
                  <a:ea typeface="Calibri"/>
                  <a:cs typeface="Calibri"/>
                  <a:sym typeface="Calibri"/>
                </a:rPr>
                <a:t>Alfabetische bullet</a:t>
              </a:r>
              <a:endParaRPr b="0" i="0" sz="1200" u="none" cap="none" strike="noStrike">
                <a:solidFill>
                  <a:srgbClr val="1A1A20"/>
                </a:solidFill>
                <a:latin typeface="Calibri"/>
                <a:ea typeface="Calibri"/>
                <a:cs typeface="Calibri"/>
                <a:sym typeface="Calibri"/>
              </a:endParaRPr>
            </a:p>
          </p:txBody>
        </p:sp>
        <p:sp>
          <p:nvSpPr>
            <p:cNvPr id="1759" name="Google Shape;1759;p17"/>
            <p:cNvSpPr/>
            <p:nvPr/>
          </p:nvSpPr>
          <p:spPr>
            <a:xfrm>
              <a:off x="-3604183" y="3876472"/>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8</a:t>
              </a:r>
              <a:endParaRPr sz="1800">
                <a:solidFill>
                  <a:schemeClr val="dk1"/>
                </a:solidFill>
                <a:latin typeface="Times New Roman"/>
                <a:ea typeface="Times New Roman"/>
                <a:cs typeface="Times New Roman"/>
                <a:sym typeface="Times New Roman"/>
              </a:endParaRPr>
            </a:p>
          </p:txBody>
        </p:sp>
        <p:sp>
          <p:nvSpPr>
            <p:cNvPr id="1760" name="Google Shape;1760;p17"/>
            <p:cNvSpPr/>
            <p:nvPr/>
          </p:nvSpPr>
          <p:spPr>
            <a:xfrm>
              <a:off x="-3319415" y="4168594"/>
              <a:ext cx="2949220" cy="180000"/>
            </a:xfrm>
            <a:prstGeom prst="rect">
              <a:avLst/>
            </a:prstGeom>
            <a:noFill/>
            <a:ln>
              <a:noFill/>
            </a:ln>
          </p:spPr>
          <p:txBody>
            <a:bodyPr anchorCtr="0" anchor="ctr" bIns="0" lIns="0" spcFirstLastPara="1" rIns="0" wrap="square" tIns="0">
              <a:noAutofit/>
            </a:bodyPr>
            <a:lstStyle/>
            <a:p>
              <a:pPr indent="-184150" lvl="0" marL="450850" marR="0" rtl="0" algn="l">
                <a:lnSpc>
                  <a:spcPct val="100000"/>
                </a:lnSpc>
                <a:spcBef>
                  <a:spcPts val="0"/>
                </a:spcBef>
                <a:spcAft>
                  <a:spcPts val="0"/>
                </a:spcAft>
                <a:buClr>
                  <a:schemeClr val="dk1"/>
                </a:buClr>
                <a:buSzPts val="1200"/>
                <a:buFont typeface="Arial"/>
                <a:buChar char="•"/>
              </a:pPr>
              <a:r>
                <a:rPr b="0" i="0" lang="nl-NL" sz="1200" u="none" cap="none" strike="noStrike">
                  <a:solidFill>
                    <a:schemeClr val="dk1"/>
                  </a:solidFill>
                  <a:latin typeface="Calibri"/>
                  <a:ea typeface="Calibri"/>
                  <a:cs typeface="Calibri"/>
                  <a:sym typeface="Calibri"/>
                </a:rPr>
                <a:t>Sub-bullet</a:t>
              </a:r>
              <a:endParaRPr b="0" i="0" sz="1200" u="none" cap="none" strike="noStrike">
                <a:solidFill>
                  <a:schemeClr val="dk1"/>
                </a:solidFill>
                <a:latin typeface="Calibri"/>
                <a:ea typeface="Calibri"/>
                <a:cs typeface="Calibri"/>
                <a:sym typeface="Calibri"/>
              </a:endParaRPr>
            </a:p>
          </p:txBody>
        </p:sp>
        <p:sp>
          <p:nvSpPr>
            <p:cNvPr id="1761" name="Google Shape;1761;p17"/>
            <p:cNvSpPr/>
            <p:nvPr/>
          </p:nvSpPr>
          <p:spPr>
            <a:xfrm>
              <a:off x="-3604183" y="416859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9</a:t>
              </a:r>
              <a:endParaRPr sz="1800">
                <a:solidFill>
                  <a:schemeClr val="dk1"/>
                </a:solidFill>
                <a:latin typeface="Times New Roman"/>
                <a:ea typeface="Times New Roman"/>
                <a:cs typeface="Times New Roman"/>
                <a:sym typeface="Times New Roman"/>
              </a:endParaRPr>
            </a:p>
          </p:txBody>
        </p:sp>
        <p:sp>
          <p:nvSpPr>
            <p:cNvPr id="1762" name="Google Shape;1762;p17"/>
            <p:cNvSpPr/>
            <p:nvPr/>
          </p:nvSpPr>
          <p:spPr>
            <a:xfrm>
              <a:off x="-3319415" y="3294429"/>
              <a:ext cx="294922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600"/>
                <a:buFont typeface="Arial"/>
                <a:buNone/>
              </a:pPr>
              <a:r>
                <a:rPr b="1" i="0" lang="nl-NL" sz="1600" u="none" cap="none" strike="noStrike">
                  <a:solidFill>
                    <a:schemeClr val="dk1"/>
                  </a:solidFill>
                  <a:latin typeface="Calibri"/>
                  <a:ea typeface="Calibri"/>
                  <a:cs typeface="Calibri"/>
                  <a:sym typeface="Calibri"/>
                </a:rPr>
                <a:t>KOP #2</a:t>
              </a:r>
              <a:endParaRPr sz="1800">
                <a:solidFill>
                  <a:schemeClr val="dk1"/>
                </a:solidFill>
                <a:latin typeface="Times New Roman"/>
                <a:ea typeface="Times New Roman"/>
                <a:cs typeface="Times New Roman"/>
                <a:sym typeface="Times New Roman"/>
              </a:endParaRPr>
            </a:p>
          </p:txBody>
        </p:sp>
        <p:sp>
          <p:nvSpPr>
            <p:cNvPr id="1763" name="Google Shape;1763;p17"/>
            <p:cNvSpPr/>
            <p:nvPr/>
          </p:nvSpPr>
          <p:spPr>
            <a:xfrm>
              <a:off x="-3786437" y="4531349"/>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grpSp>
          <p:nvGrpSpPr>
            <p:cNvPr id="1764" name="Google Shape;1764;p17"/>
            <p:cNvGrpSpPr/>
            <p:nvPr/>
          </p:nvGrpSpPr>
          <p:grpSpPr>
            <a:xfrm>
              <a:off x="-376736" y="4400186"/>
              <a:ext cx="283685" cy="283685"/>
              <a:chOff x="-510741" y="5913713"/>
              <a:chExt cx="267555" cy="267555"/>
            </a:xfrm>
          </p:grpSpPr>
          <p:sp>
            <p:nvSpPr>
              <p:cNvPr id="1765" name="Google Shape;1765;p17"/>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2"/>
                  </a:solidFill>
                  <a:latin typeface="Calibri"/>
                  <a:ea typeface="Calibri"/>
                  <a:cs typeface="Calibri"/>
                  <a:sym typeface="Calibri"/>
                </a:endParaRPr>
              </a:p>
            </p:txBody>
          </p:sp>
          <p:sp>
            <p:nvSpPr>
              <p:cNvPr descr="Informatie" id="1766" name="Google Shape;1766;p17"/>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lt2"/>
                  </a:solidFill>
                  <a:latin typeface="Calibri"/>
                  <a:ea typeface="Calibri"/>
                  <a:cs typeface="Calibri"/>
                  <a:sym typeface="Calibri"/>
                </a:endParaRPr>
              </a:p>
            </p:txBody>
          </p:sp>
        </p:grpSp>
        <p:grpSp>
          <p:nvGrpSpPr>
            <p:cNvPr id="1767" name="Google Shape;1767;p17"/>
            <p:cNvGrpSpPr/>
            <p:nvPr/>
          </p:nvGrpSpPr>
          <p:grpSpPr>
            <a:xfrm>
              <a:off x="-3605171" y="458674"/>
              <a:ext cx="3234311" cy="558875"/>
              <a:chOff x="-3605171" y="458674"/>
              <a:chExt cx="3234311" cy="558875"/>
            </a:xfrm>
          </p:grpSpPr>
          <p:sp>
            <p:nvSpPr>
              <p:cNvPr id="1768" name="Google Shape;1768;p17"/>
              <p:cNvSpPr/>
              <p:nvPr/>
            </p:nvSpPr>
            <p:spPr>
              <a:xfrm>
                <a:off x="-3604183" y="458674"/>
                <a:ext cx="393459" cy="184058"/>
              </a:xfrm>
              <a:prstGeom prst="rect">
                <a:avLst/>
              </a:prstGeom>
              <a:solidFill>
                <a:srgbClr val="F8F8F8"/>
              </a:solidFill>
              <a:ln>
                <a:noFill/>
              </a:ln>
            </p:spPr>
            <p:txBody>
              <a:bodyPr anchorCtr="0" anchor="t" bIns="0" lIns="0" spcFirstLastPara="1" rIns="0" wrap="square" tIns="18000">
                <a:noAutofit/>
              </a:bodyPr>
              <a:lstStyle/>
              <a:p>
                <a:pPr indent="0" lvl="0" marL="0" marR="0" rtl="0" algn="ctr">
                  <a:spcBef>
                    <a:spcPts val="0"/>
                  </a:spcBef>
                  <a:spcAft>
                    <a:spcPts val="0"/>
                  </a:spcAft>
                  <a:buNone/>
                </a:pPr>
                <a:r>
                  <a:rPr b="1" lang="nl-NL" sz="900">
                    <a:solidFill>
                      <a:srgbClr val="211F26"/>
                    </a:solidFill>
                    <a:latin typeface="Calibri"/>
                    <a:ea typeface="Calibri"/>
                    <a:cs typeface="Calibri"/>
                    <a:sym typeface="Calibri"/>
                  </a:rPr>
                  <a:t>Start</a:t>
                </a:r>
                <a:endParaRPr sz="1800">
                  <a:solidFill>
                    <a:schemeClr val="lt1"/>
                  </a:solidFill>
                  <a:latin typeface="Times New Roman"/>
                  <a:ea typeface="Times New Roman"/>
                  <a:cs typeface="Times New Roman"/>
                  <a:sym typeface="Times New Roman"/>
                </a:endParaRPr>
              </a:p>
            </p:txBody>
          </p:sp>
          <p:sp>
            <p:nvSpPr>
              <p:cNvPr id="1769" name="Google Shape;1769;p17"/>
              <p:cNvSpPr/>
              <p:nvPr/>
            </p:nvSpPr>
            <p:spPr>
              <a:xfrm>
                <a:off x="-3599184" y="621345"/>
                <a:ext cx="383782" cy="27171"/>
              </a:xfrm>
              <a:prstGeom prst="rect">
                <a:avLst/>
              </a:prstGeom>
              <a:solidFill>
                <a:srgbClr val="B7462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nvGrpSpPr>
              <p:cNvPr id="1770" name="Google Shape;1770;p17"/>
              <p:cNvGrpSpPr/>
              <p:nvPr/>
            </p:nvGrpSpPr>
            <p:grpSpPr>
              <a:xfrm>
                <a:off x="-3386247" y="830871"/>
                <a:ext cx="139423" cy="109566"/>
                <a:chOff x="-2866744" y="827071"/>
                <a:chExt cx="168701" cy="132575"/>
              </a:xfrm>
            </p:grpSpPr>
            <p:grpSp>
              <p:nvGrpSpPr>
                <p:cNvPr id="1771" name="Google Shape;1771;p17"/>
                <p:cNvGrpSpPr/>
                <p:nvPr/>
              </p:nvGrpSpPr>
              <p:grpSpPr>
                <a:xfrm>
                  <a:off x="-2866744" y="827071"/>
                  <a:ext cx="168701" cy="132575"/>
                  <a:chOff x="-2866744" y="827071"/>
                  <a:chExt cx="168701" cy="132575"/>
                </a:xfrm>
              </p:grpSpPr>
              <p:cxnSp>
                <p:nvCxnSpPr>
                  <p:cNvPr id="1772" name="Google Shape;1772;p17"/>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73" name="Google Shape;1773;p17"/>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74" name="Google Shape;1774;p17"/>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75" name="Google Shape;1775;p17"/>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76" name="Google Shape;1776;p17"/>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777" name="Google Shape;1777;p17"/>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778" name="Google Shape;1778;p17"/>
              <p:cNvGrpSpPr/>
              <p:nvPr/>
            </p:nvGrpSpPr>
            <p:grpSpPr>
              <a:xfrm>
                <a:off x="-3605171" y="830871"/>
                <a:ext cx="139423" cy="109566"/>
                <a:chOff x="-2866744" y="518074"/>
                <a:chExt cx="168701" cy="132575"/>
              </a:xfrm>
            </p:grpSpPr>
            <p:grpSp>
              <p:nvGrpSpPr>
                <p:cNvPr id="1779" name="Google Shape;1779;p17"/>
                <p:cNvGrpSpPr/>
                <p:nvPr/>
              </p:nvGrpSpPr>
              <p:grpSpPr>
                <a:xfrm>
                  <a:off x="-2866744" y="518074"/>
                  <a:ext cx="168701" cy="132575"/>
                  <a:chOff x="-2866744" y="518074"/>
                  <a:chExt cx="168701" cy="132575"/>
                </a:xfrm>
              </p:grpSpPr>
              <p:cxnSp>
                <p:nvCxnSpPr>
                  <p:cNvPr id="1780" name="Google Shape;1780;p17"/>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81" name="Google Shape;1781;p17"/>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82" name="Google Shape;1782;p17"/>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83" name="Google Shape;1783;p17"/>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84" name="Google Shape;1784;p17"/>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785" name="Google Shape;1785;p17"/>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cxnSp>
            <p:nvCxnSpPr>
              <p:cNvPr id="1786" name="Google Shape;1786;p17"/>
              <p:cNvCxnSpPr/>
              <p:nvPr/>
            </p:nvCxnSpPr>
            <p:spPr>
              <a:xfrm flipH="1" rot="10800000">
                <a:off x="-3459956" y="588169"/>
                <a:ext cx="547687" cy="219076"/>
              </a:xfrm>
              <a:prstGeom prst="straightConnector1">
                <a:avLst/>
              </a:prstGeom>
              <a:noFill/>
              <a:ln cap="rnd" cmpd="sng" w="19050">
                <a:solidFill>
                  <a:srgbClr val="1A1A20"/>
                </a:solidFill>
                <a:prstDash val="solid"/>
                <a:round/>
                <a:headEnd len="med" w="med" type="oval"/>
                <a:tailEnd len="sm" w="sm" type="none"/>
              </a:ln>
            </p:spPr>
          </p:cxnSp>
          <p:cxnSp>
            <p:nvCxnSpPr>
              <p:cNvPr id="1787" name="Google Shape;1787;p17"/>
              <p:cNvCxnSpPr/>
              <p:nvPr/>
            </p:nvCxnSpPr>
            <p:spPr>
              <a:xfrm>
                <a:off x="-3224213" y="828675"/>
                <a:ext cx="319088" cy="0"/>
              </a:xfrm>
              <a:prstGeom prst="straightConnector1">
                <a:avLst/>
              </a:prstGeom>
              <a:noFill/>
              <a:ln cap="rnd" cmpd="sng" w="19050">
                <a:solidFill>
                  <a:srgbClr val="1A1A20"/>
                </a:solidFill>
                <a:prstDash val="solid"/>
                <a:round/>
                <a:headEnd len="med" w="med" type="oval"/>
                <a:tailEnd len="sm" w="sm" type="none"/>
              </a:ln>
            </p:spPr>
          </p:cxnSp>
          <p:sp>
            <p:nvSpPr>
              <p:cNvPr id="1788" name="Google Shape;1788;p17"/>
              <p:cNvSpPr/>
              <p:nvPr/>
            </p:nvSpPr>
            <p:spPr>
              <a:xfrm>
                <a:off x="-2559903" y="512179"/>
                <a:ext cx="2189042" cy="15108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omhoog</a:t>
                </a:r>
                <a:endParaRPr sz="1800">
                  <a:solidFill>
                    <a:schemeClr val="dk1"/>
                  </a:solidFill>
                  <a:latin typeface="Times New Roman"/>
                  <a:ea typeface="Times New Roman"/>
                  <a:cs typeface="Times New Roman"/>
                  <a:sym typeface="Times New Roman"/>
                </a:endParaRPr>
              </a:p>
            </p:txBody>
          </p:sp>
          <p:sp>
            <p:nvSpPr>
              <p:cNvPr id="1789" name="Google Shape;1789;p17"/>
              <p:cNvSpPr/>
              <p:nvPr/>
            </p:nvSpPr>
            <p:spPr>
              <a:xfrm>
                <a:off x="-2559903" y="819562"/>
                <a:ext cx="2189043" cy="14220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1100"/>
                  <a:buFont typeface="Calibri"/>
                  <a:buNone/>
                </a:pPr>
                <a:r>
                  <a:rPr b="0" i="0" lang="nl-NL" sz="1100" u="none" cap="none" strike="noStrike">
                    <a:solidFill>
                      <a:schemeClr val="dk1"/>
                    </a:solidFill>
                    <a:latin typeface="Calibri"/>
                    <a:ea typeface="Calibri"/>
                    <a:cs typeface="Calibri"/>
                    <a:sym typeface="Calibri"/>
                  </a:rPr>
                  <a:t>Tekstniveau omlaag</a:t>
                </a:r>
                <a:endParaRPr sz="1800">
                  <a:solidFill>
                    <a:schemeClr val="dk1"/>
                  </a:solidFill>
                  <a:latin typeface="Times New Roman"/>
                  <a:ea typeface="Times New Roman"/>
                  <a:cs typeface="Times New Roman"/>
                  <a:sym typeface="Times New Roman"/>
                </a:endParaRPr>
              </a:p>
            </p:txBody>
          </p:sp>
          <p:grpSp>
            <p:nvGrpSpPr>
              <p:cNvPr id="1790" name="Google Shape;1790;p17"/>
              <p:cNvGrpSpPr/>
              <p:nvPr/>
            </p:nvGrpSpPr>
            <p:grpSpPr>
              <a:xfrm>
                <a:off x="-2916763" y="769168"/>
                <a:ext cx="268738" cy="248381"/>
                <a:chOff x="-2916763" y="769168"/>
                <a:chExt cx="268738" cy="248381"/>
              </a:xfrm>
            </p:grpSpPr>
            <p:sp>
              <p:nvSpPr>
                <p:cNvPr id="1791" name="Google Shape;1791;p17"/>
                <p:cNvSpPr/>
                <p:nvPr/>
              </p:nvSpPr>
              <p:spPr>
                <a:xfrm>
                  <a:off x="-2916763" y="769168"/>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792" name="Google Shape;1792;p17"/>
                <p:cNvGrpSpPr/>
                <p:nvPr/>
              </p:nvGrpSpPr>
              <p:grpSpPr>
                <a:xfrm>
                  <a:off x="-2866744" y="827071"/>
                  <a:ext cx="168701" cy="132575"/>
                  <a:chOff x="-2866744" y="827071"/>
                  <a:chExt cx="168701" cy="132575"/>
                </a:xfrm>
              </p:grpSpPr>
              <p:cxnSp>
                <p:nvCxnSpPr>
                  <p:cNvPr id="1793" name="Google Shape;1793;p17"/>
                  <p:cNvCxnSpPr/>
                  <p:nvPr/>
                </p:nvCxnSpPr>
                <p:spPr>
                  <a:xfrm>
                    <a:off x="-2866744" y="827071"/>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94" name="Google Shape;1794;p17"/>
                  <p:cNvCxnSpPr/>
                  <p:nvPr/>
                </p:nvCxnSpPr>
                <p:spPr>
                  <a:xfrm>
                    <a:off x="-2866744" y="959646"/>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95" name="Google Shape;1795;p17"/>
                  <p:cNvCxnSpPr/>
                  <p:nvPr/>
                </p:nvCxnSpPr>
                <p:spPr>
                  <a:xfrm>
                    <a:off x="-2773990" y="926503"/>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96" name="Google Shape;1796;p17"/>
                  <p:cNvCxnSpPr/>
                  <p:nvPr/>
                </p:nvCxnSpPr>
                <p:spPr>
                  <a:xfrm>
                    <a:off x="-2773990" y="893359"/>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797" name="Google Shape;1797;p17"/>
                  <p:cNvCxnSpPr/>
                  <p:nvPr/>
                </p:nvCxnSpPr>
                <p:spPr>
                  <a:xfrm>
                    <a:off x="-2773990" y="860215"/>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798" name="Google Shape;1798;p17"/>
                <p:cNvSpPr/>
                <p:nvPr/>
              </p:nvSpPr>
              <p:spPr>
                <a:xfrm>
                  <a:off x="-2866744" y="858737"/>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799" name="Google Shape;1799;p17"/>
              <p:cNvGrpSpPr/>
              <p:nvPr/>
            </p:nvGrpSpPr>
            <p:grpSpPr>
              <a:xfrm>
                <a:off x="-2916763" y="460171"/>
                <a:ext cx="268738" cy="248381"/>
                <a:chOff x="-2916763" y="460171"/>
                <a:chExt cx="268738" cy="248381"/>
              </a:xfrm>
            </p:grpSpPr>
            <p:sp>
              <p:nvSpPr>
                <p:cNvPr id="1800" name="Google Shape;1800;p17"/>
                <p:cNvSpPr/>
                <p:nvPr/>
              </p:nvSpPr>
              <p:spPr>
                <a:xfrm>
                  <a:off x="-2916763" y="460171"/>
                  <a:ext cx="268738" cy="248381"/>
                </a:xfrm>
                <a:prstGeom prst="rect">
                  <a:avLst/>
                </a:prstGeom>
                <a:solidFill>
                  <a:srgbClr val="FFFFFF"/>
                </a:solidFill>
                <a:ln cap="flat" cmpd="sng" w="9525">
                  <a:solidFill>
                    <a:srgbClr val="DADADA"/>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0" sz="1050">
                    <a:solidFill>
                      <a:srgbClr val="211F26"/>
                    </a:solidFill>
                    <a:latin typeface="Calibri"/>
                    <a:ea typeface="Calibri"/>
                    <a:cs typeface="Calibri"/>
                    <a:sym typeface="Calibri"/>
                  </a:endParaRPr>
                </a:p>
              </p:txBody>
            </p:sp>
            <p:grpSp>
              <p:nvGrpSpPr>
                <p:cNvPr id="1801" name="Google Shape;1801;p17"/>
                <p:cNvGrpSpPr/>
                <p:nvPr/>
              </p:nvGrpSpPr>
              <p:grpSpPr>
                <a:xfrm>
                  <a:off x="-2866744" y="518074"/>
                  <a:ext cx="168701" cy="132575"/>
                  <a:chOff x="-2866744" y="518074"/>
                  <a:chExt cx="168701" cy="132575"/>
                </a:xfrm>
              </p:grpSpPr>
              <p:cxnSp>
                <p:nvCxnSpPr>
                  <p:cNvPr id="1802" name="Google Shape;1802;p17"/>
                  <p:cNvCxnSpPr/>
                  <p:nvPr/>
                </p:nvCxnSpPr>
                <p:spPr>
                  <a:xfrm>
                    <a:off x="-2866744" y="518074"/>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803" name="Google Shape;1803;p17"/>
                  <p:cNvCxnSpPr/>
                  <p:nvPr/>
                </p:nvCxnSpPr>
                <p:spPr>
                  <a:xfrm>
                    <a:off x="-2866744" y="650649"/>
                    <a:ext cx="168701"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804" name="Google Shape;1804;p17"/>
                  <p:cNvCxnSpPr/>
                  <p:nvPr/>
                </p:nvCxnSpPr>
                <p:spPr>
                  <a:xfrm>
                    <a:off x="-2773990" y="617506"/>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805" name="Google Shape;1805;p17"/>
                  <p:cNvCxnSpPr/>
                  <p:nvPr/>
                </p:nvCxnSpPr>
                <p:spPr>
                  <a:xfrm>
                    <a:off x="-2773990" y="584362"/>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cxnSp>
                <p:nvCxnSpPr>
                  <p:cNvPr id="1806" name="Google Shape;1806;p17"/>
                  <p:cNvCxnSpPr/>
                  <p:nvPr/>
                </p:nvCxnSpPr>
                <p:spPr>
                  <a:xfrm>
                    <a:off x="-2773990" y="551218"/>
                    <a:ext cx="75947" cy="0"/>
                  </a:xfrm>
                  <a:prstGeom prst="straightConnector1">
                    <a:avLst/>
                  </a:prstGeom>
                  <a:solidFill>
                    <a:schemeClr val="lt1"/>
                  </a:solidFill>
                  <a:ln cap="flat" cmpd="sng" w="12700">
                    <a:solidFill>
                      <a:srgbClr val="9D9FA1"/>
                    </a:solidFill>
                    <a:prstDash val="solid"/>
                    <a:round/>
                    <a:headEnd len="sm" w="sm" type="none"/>
                    <a:tailEnd len="sm" w="sm" type="none"/>
                  </a:ln>
                </p:spPr>
              </p:cxnSp>
            </p:grpSp>
            <p:sp>
              <p:nvSpPr>
                <p:cNvPr id="1807" name="Google Shape;1807;p17"/>
                <p:cNvSpPr/>
                <p:nvPr/>
              </p:nvSpPr>
              <p:spPr>
                <a:xfrm flipH="1">
                  <a:off x="-2866744" y="549740"/>
                  <a:ext cx="70676" cy="67902"/>
                </a:xfrm>
                <a:prstGeom prst="rightArrow">
                  <a:avLst>
                    <a:gd fmla="val 25329" name="adj1"/>
                    <a:gd fmla="val 63628" name="adj2"/>
                  </a:avLst>
                </a:prstGeom>
                <a:solidFill>
                  <a:srgbClr val="4A7DB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grpSp>
      <p:grpSp>
        <p:nvGrpSpPr>
          <p:cNvPr id="1808" name="Google Shape;1808;p17"/>
          <p:cNvGrpSpPr/>
          <p:nvPr/>
        </p:nvGrpSpPr>
        <p:grpSpPr>
          <a:xfrm>
            <a:off x="12377595" y="0"/>
            <a:ext cx="3693386" cy="5270646"/>
            <a:chOff x="-3786437" y="0"/>
            <a:chExt cx="3693386" cy="5270646"/>
          </a:xfrm>
        </p:grpSpPr>
        <p:sp>
          <p:nvSpPr>
            <p:cNvPr id="1809" name="Google Shape;1809;p17"/>
            <p:cNvSpPr/>
            <p:nvPr/>
          </p:nvSpPr>
          <p:spPr>
            <a:xfrm>
              <a:off x="-3786437" y="4442646"/>
              <a:ext cx="3593637" cy="828000"/>
            </a:xfrm>
            <a:prstGeom prst="rect">
              <a:avLst/>
            </a:prstGeom>
            <a:solidFill>
              <a:srgbClr val="ECECEC"/>
            </a:solidFill>
            <a:ln cap="flat" cmpd="sng" w="9525">
              <a:solidFill>
                <a:srgbClr val="ECECEC"/>
              </a:solidFill>
              <a:prstDash val="solid"/>
              <a:miter lim="800000"/>
              <a:headEnd len="sm" w="sm" type="none"/>
              <a:tailEnd len="sm" w="sm" type="none"/>
            </a:ln>
          </p:spPr>
          <p:txBody>
            <a:bodyPr anchorCtr="0" anchor="ctr" bIns="144000" lIns="180000" spcFirstLastPara="1" rIns="180000" wrap="square" tIns="144000">
              <a:noAutofit/>
            </a:bodyPr>
            <a:lstStyle/>
            <a:p>
              <a:pPr indent="0" lvl="0" marL="0" marR="0" rtl="0" algn="l">
                <a:lnSpc>
                  <a:spcPct val="90000"/>
                </a:lnSpc>
                <a:spcBef>
                  <a:spcPts val="0"/>
                </a:spcBef>
                <a:spcAft>
                  <a:spcPts val="0"/>
                </a:spcAft>
                <a:buNone/>
              </a:pPr>
              <a:r>
                <a:rPr b="1" lang="nl-NL" sz="1200" cap="none">
                  <a:solidFill>
                    <a:srgbClr val="211F26"/>
                  </a:solidFill>
                  <a:latin typeface="Calibri"/>
                  <a:ea typeface="Calibri"/>
                  <a:cs typeface="Calibri"/>
                  <a:sym typeface="Calibri"/>
                </a:rPr>
                <a:t>MEER WETEN?</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Ga naar de instructie dia </a:t>
              </a:r>
              <a:r>
                <a:rPr b="1" lang="nl-NL" sz="1200" cap="none">
                  <a:solidFill>
                    <a:srgbClr val="211F26"/>
                  </a:solidFill>
                  <a:latin typeface="Calibri"/>
                  <a:ea typeface="Calibri"/>
                  <a:cs typeface="Calibri"/>
                  <a:sym typeface="Calibri"/>
                </a:rPr>
                <a:t>‘VIDEO INSTRUCTIES’</a:t>
              </a:r>
              <a:r>
                <a:rPr lang="nl-NL" sz="1200" cap="none">
                  <a:solidFill>
                    <a:srgbClr val="211F26"/>
                  </a:solidFill>
                  <a:latin typeface="Calibri"/>
                  <a:ea typeface="Calibri"/>
                  <a:cs typeface="Calibri"/>
                  <a:sym typeface="Calibri"/>
                </a:rPr>
                <a:t>.</a:t>
              </a:r>
              <a:br>
                <a:rPr lang="nl-NL" sz="1200" cap="none">
                  <a:solidFill>
                    <a:srgbClr val="211F26"/>
                  </a:solidFill>
                  <a:latin typeface="Calibri"/>
                  <a:ea typeface="Calibri"/>
                  <a:cs typeface="Calibri"/>
                  <a:sym typeface="Calibri"/>
                </a:rPr>
              </a:br>
              <a:r>
                <a:rPr lang="nl-NL" sz="1200" cap="none">
                  <a:solidFill>
                    <a:srgbClr val="211F26"/>
                  </a:solidFill>
                  <a:latin typeface="Calibri"/>
                  <a:ea typeface="Calibri"/>
                  <a:cs typeface="Calibri"/>
                  <a:sym typeface="Calibri"/>
                </a:rPr>
                <a:t>Deze vind je vooraan de presentatie of voeg je in via </a:t>
              </a:r>
              <a:r>
                <a:rPr i="1" lang="nl-NL" sz="1200" cap="none">
                  <a:solidFill>
                    <a:srgbClr val="211F26"/>
                  </a:solidFill>
                  <a:latin typeface="Calibri"/>
                  <a:ea typeface="Calibri"/>
                  <a:cs typeface="Calibri"/>
                  <a:sym typeface="Calibri"/>
                </a:rPr>
                <a:t>‘Start’</a:t>
              </a:r>
              <a:r>
                <a:rPr lang="nl-NL" sz="1200" cap="none">
                  <a:solidFill>
                    <a:srgbClr val="211F26"/>
                  </a:solidFill>
                  <a:latin typeface="Calibri"/>
                  <a:ea typeface="Calibri"/>
                  <a:cs typeface="Calibri"/>
                  <a:sym typeface="Calibri"/>
                </a:rPr>
                <a:t> &gt; </a:t>
              </a:r>
              <a:r>
                <a:rPr i="1" lang="nl-NL" sz="1200" cap="none">
                  <a:solidFill>
                    <a:srgbClr val="211F26"/>
                  </a:solidFill>
                  <a:latin typeface="Calibri"/>
                  <a:ea typeface="Calibri"/>
                  <a:cs typeface="Calibri"/>
                  <a:sym typeface="Calibri"/>
                </a:rPr>
                <a:t>‘Nieuwe dia’</a:t>
              </a:r>
              <a:endParaRPr sz="1800">
                <a:solidFill>
                  <a:schemeClr val="lt1"/>
                </a:solidFill>
                <a:latin typeface="Times New Roman"/>
                <a:ea typeface="Times New Roman"/>
                <a:cs typeface="Times New Roman"/>
                <a:sym typeface="Times New Roman"/>
              </a:endParaRPr>
            </a:p>
          </p:txBody>
        </p:sp>
        <p:sp>
          <p:nvSpPr>
            <p:cNvPr id="1810" name="Google Shape;1810;p17"/>
            <p:cNvSpPr/>
            <p:nvPr/>
          </p:nvSpPr>
          <p:spPr>
            <a:xfrm>
              <a:off x="-3786165" y="0"/>
              <a:ext cx="3593091" cy="4440791"/>
            </a:xfrm>
            <a:prstGeom prst="rect">
              <a:avLst/>
            </a:prstGeom>
            <a:solidFill>
              <a:srgbClr val="FFFFFF"/>
            </a:solidFill>
            <a:ln cap="flat" cmpd="sng" w="9525">
              <a:solidFill>
                <a:srgbClr val="ECECEC"/>
              </a:solidFill>
              <a:prstDash val="solid"/>
              <a:miter lim="800000"/>
              <a:headEnd len="sm" w="sm" type="none"/>
              <a:tailEnd len="sm" w="sm" type="none"/>
            </a:ln>
          </p:spPr>
          <p:txBody>
            <a:bodyPr anchorCtr="0" anchor="t" bIns="144000" lIns="180000" spcFirstLastPara="1" rIns="180000" wrap="square" tIns="144000">
              <a:noAutofit/>
            </a:bodyPr>
            <a:lstStyle/>
            <a:p>
              <a:pPr indent="0" lvl="0" marL="0" marR="0" rtl="0" algn="l">
                <a:lnSpc>
                  <a:spcPct val="90000"/>
                </a:lnSpc>
                <a:spcBef>
                  <a:spcPts val="0"/>
                </a:spcBef>
                <a:spcAft>
                  <a:spcPts val="0"/>
                </a:spcAft>
                <a:buNone/>
              </a:pPr>
              <a:r>
                <a:rPr b="1" lang="nl-NL" sz="1400" cap="none">
                  <a:solidFill>
                    <a:srgbClr val="BC0031"/>
                  </a:solidFill>
                  <a:latin typeface="Calibri"/>
                  <a:ea typeface="Calibri"/>
                  <a:cs typeface="Calibri"/>
                  <a:sym typeface="Calibri"/>
                </a:rPr>
                <a:t>AFBEELDING INVOEGEN/OPMAKEN</a:t>
              </a:r>
              <a:endParaRPr sz="1800">
                <a:solidFill>
                  <a:schemeClr val="lt1"/>
                </a:solidFill>
                <a:latin typeface="Times New Roman"/>
                <a:ea typeface="Times New Roman"/>
                <a:cs typeface="Times New Roman"/>
                <a:sym typeface="Times New Roman"/>
              </a:endParaRPr>
            </a:p>
          </p:txBody>
        </p:sp>
        <p:sp>
          <p:nvSpPr>
            <p:cNvPr id="1811" name="Google Shape;1811;p17"/>
            <p:cNvSpPr/>
            <p:nvPr/>
          </p:nvSpPr>
          <p:spPr>
            <a:xfrm>
              <a:off x="-3603587" y="465324"/>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1</a:t>
              </a:r>
              <a:endParaRPr sz="1800">
                <a:solidFill>
                  <a:schemeClr val="dk1"/>
                </a:solidFill>
                <a:latin typeface="Times New Roman"/>
                <a:ea typeface="Times New Roman"/>
                <a:cs typeface="Times New Roman"/>
                <a:sym typeface="Times New Roman"/>
              </a:endParaRPr>
            </a:p>
          </p:txBody>
        </p:sp>
        <p:sp>
          <p:nvSpPr>
            <p:cNvPr id="1812" name="Google Shape;1812;p17"/>
            <p:cNvSpPr/>
            <p:nvPr/>
          </p:nvSpPr>
          <p:spPr>
            <a:xfrm>
              <a:off x="-3319415" y="465324"/>
              <a:ext cx="2944682" cy="65802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Wanneer nodig, verwijder de bestaande afbeelding d.m.v. de </a:t>
              </a:r>
              <a:r>
                <a:rPr b="1" i="0" lang="nl-NL" sz="1200" u="none" cap="none" strike="noStrike">
                  <a:solidFill>
                    <a:srgbClr val="000000"/>
                  </a:solidFill>
                  <a:latin typeface="Calibri"/>
                  <a:ea typeface="Calibri"/>
                  <a:cs typeface="Calibri"/>
                  <a:sym typeface="Calibri"/>
                </a:rPr>
                <a:t>‘Backspace toets’</a:t>
              </a:r>
              <a:r>
                <a:rPr b="0" i="0" lang="nl-NL" sz="1200" u="none" cap="none" strike="noStrike">
                  <a:solidFill>
                    <a:srgbClr val="000000"/>
                  </a:solidFill>
                  <a:latin typeface="Calibri"/>
                  <a:ea typeface="Calibri"/>
                  <a:cs typeface="Calibri"/>
                  <a:sym typeface="Calibri"/>
                </a:rPr>
                <a:t>. Klik op het pictogram om een nieuwe afbeelding in te voegen </a:t>
              </a:r>
              <a:r>
                <a:rPr b="0" i="1" lang="nl-NL" sz="1200" u="none" cap="none" strike="noStrike">
                  <a:solidFill>
                    <a:srgbClr val="000000"/>
                  </a:solidFill>
                  <a:latin typeface="Calibri"/>
                  <a:ea typeface="Calibri"/>
                  <a:cs typeface="Calibri"/>
                  <a:sym typeface="Calibri"/>
                </a:rPr>
                <a:t>(zie onderstaand voorbeeld)</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813" name="Google Shape;1813;p17"/>
            <p:cNvGrpSpPr/>
            <p:nvPr/>
          </p:nvGrpSpPr>
          <p:grpSpPr>
            <a:xfrm>
              <a:off x="-3316179" y="1231351"/>
              <a:ext cx="294789" cy="346676"/>
              <a:chOff x="14466489" y="1001522"/>
              <a:chExt cx="290627" cy="341782"/>
            </a:xfrm>
          </p:grpSpPr>
          <p:sp>
            <p:nvSpPr>
              <p:cNvPr id="1814" name="Google Shape;1814;p17"/>
              <p:cNvSpPr/>
              <p:nvPr/>
            </p:nvSpPr>
            <p:spPr>
              <a:xfrm>
                <a:off x="14466489" y="1001522"/>
                <a:ext cx="257935" cy="254168"/>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815" name="Google Shape;1815;p17"/>
              <p:cNvSpPr/>
              <p:nvPr/>
            </p:nvSpPr>
            <p:spPr>
              <a:xfrm>
                <a:off x="14623626" y="1033630"/>
                <a:ext cx="71169" cy="71169"/>
              </a:xfrm>
              <a:prstGeom prst="ellipse">
                <a:avLst/>
              </a:prstGeom>
              <a:solidFill>
                <a:srgbClr val="F1D8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816" name="Google Shape;1816;p17"/>
              <p:cNvSpPr/>
              <p:nvPr/>
            </p:nvSpPr>
            <p:spPr>
              <a:xfrm rot="2700000">
                <a:off x="14498877" y="1157846"/>
                <a:ext cx="168558" cy="147459"/>
              </a:xfrm>
              <a:custGeom>
                <a:rect b="b" l="l" r="r" t="t"/>
                <a:pathLst>
                  <a:path extrusionOk="0" h="147459" w="168558">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800">
                  <a:solidFill>
                    <a:srgbClr val="211F26"/>
                  </a:solidFill>
                  <a:latin typeface="Calibri"/>
                  <a:ea typeface="Calibri"/>
                  <a:cs typeface="Calibri"/>
                  <a:sym typeface="Calibri"/>
                </a:endParaRPr>
              </a:p>
            </p:txBody>
          </p:sp>
          <p:sp>
            <p:nvSpPr>
              <p:cNvPr id="1817" name="Google Shape;1817;p17"/>
              <p:cNvSpPr/>
              <p:nvPr/>
            </p:nvSpPr>
            <p:spPr>
              <a:xfrm>
                <a:off x="14601150" y="1145314"/>
                <a:ext cx="155966" cy="116816"/>
              </a:xfrm>
              <a:prstGeom prst="roundRect">
                <a:avLst>
                  <a:gd fmla="val 16667" name="adj"/>
                </a:avLst>
              </a:prstGeom>
              <a:solidFill>
                <a:schemeClr val="lt1"/>
              </a:solidFill>
              <a:ln cap="flat" cmpd="sng" w="19050">
                <a:solidFill>
                  <a:srgbClr val="8AADD0"/>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cxnSp>
            <p:nvCxnSpPr>
              <p:cNvPr id="1818" name="Google Shape;1818;p17"/>
              <p:cNvCxnSpPr/>
              <p:nvPr/>
            </p:nvCxnSpPr>
            <p:spPr>
              <a:xfrm>
                <a:off x="14637490" y="1308665"/>
                <a:ext cx="83286" cy="0"/>
              </a:xfrm>
              <a:prstGeom prst="straightConnector1">
                <a:avLst/>
              </a:prstGeom>
              <a:solidFill>
                <a:schemeClr val="lt1"/>
              </a:solidFill>
              <a:ln cap="flat" cmpd="sng" w="19050">
                <a:solidFill>
                  <a:srgbClr val="8AADD0"/>
                </a:solidFill>
                <a:prstDash val="solid"/>
                <a:miter lim="800000"/>
                <a:headEnd len="sm" w="sm" type="none"/>
                <a:tailEnd len="sm" w="sm" type="none"/>
              </a:ln>
            </p:spPr>
          </p:cxnSp>
          <p:cxnSp>
            <p:nvCxnSpPr>
              <p:cNvPr id="1819" name="Google Shape;1819;p17"/>
              <p:cNvCxnSpPr>
                <a:stCxn id="1817" idx="2"/>
              </p:cNvCxnSpPr>
              <p:nvPr/>
            </p:nvCxnSpPr>
            <p:spPr>
              <a:xfrm flipH="1">
                <a:off x="14678833" y="1262130"/>
                <a:ext cx="300" cy="43500"/>
              </a:xfrm>
              <a:prstGeom prst="straightConnector1">
                <a:avLst/>
              </a:prstGeom>
              <a:solidFill>
                <a:schemeClr val="lt1"/>
              </a:solidFill>
              <a:ln cap="flat" cmpd="sng" w="19050">
                <a:solidFill>
                  <a:srgbClr val="8AADD0"/>
                </a:solidFill>
                <a:prstDash val="solid"/>
                <a:miter lim="800000"/>
                <a:headEnd len="sm" w="sm" type="none"/>
                <a:tailEnd len="sm" w="sm" type="none"/>
              </a:ln>
            </p:spPr>
          </p:cxnSp>
        </p:grpSp>
        <p:sp>
          <p:nvSpPr>
            <p:cNvPr id="1820" name="Google Shape;1820;p17"/>
            <p:cNvSpPr/>
            <p:nvPr/>
          </p:nvSpPr>
          <p:spPr>
            <a:xfrm>
              <a:off x="-3603587" y="172970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2</a:t>
              </a:r>
              <a:endParaRPr sz="1800">
                <a:solidFill>
                  <a:schemeClr val="dk1"/>
                </a:solidFill>
                <a:latin typeface="Times New Roman"/>
                <a:ea typeface="Times New Roman"/>
                <a:cs typeface="Times New Roman"/>
                <a:sym typeface="Times New Roman"/>
              </a:endParaRPr>
            </a:p>
          </p:txBody>
        </p:sp>
        <p:sp>
          <p:nvSpPr>
            <p:cNvPr id="1821" name="Google Shape;1821;p17"/>
            <p:cNvSpPr/>
            <p:nvPr/>
          </p:nvSpPr>
          <p:spPr>
            <a:xfrm>
              <a:off x="-3319415" y="1729710"/>
              <a:ext cx="2944682" cy="32633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Selecteer de gewenste afbeelding</a:t>
              </a:r>
              <a:br>
                <a:rPr b="0" i="0" lang="nl-NL" sz="1200" u="none" cap="none" strike="noStrike">
                  <a:solidFill>
                    <a:srgbClr val="000000"/>
                  </a:solidFill>
                  <a:latin typeface="Calibri"/>
                  <a:ea typeface="Calibri"/>
                  <a:cs typeface="Calibri"/>
                  <a:sym typeface="Calibri"/>
                </a:rPr>
              </a:br>
              <a:r>
                <a:rPr b="0" i="0" lang="nl-NL" sz="1200" u="none" cap="none" strike="noStrike">
                  <a:solidFill>
                    <a:srgbClr val="000000"/>
                  </a:solidFill>
                  <a:latin typeface="Calibri"/>
                  <a:ea typeface="Calibri"/>
                  <a:cs typeface="Calibri"/>
                  <a:sym typeface="Calibri"/>
                </a:rPr>
                <a:t>en klik op </a:t>
              </a:r>
              <a:r>
                <a:rPr b="1" i="0" lang="nl-NL" sz="1200" u="none" cap="none" strike="noStrike">
                  <a:solidFill>
                    <a:srgbClr val="000000"/>
                  </a:solidFill>
                  <a:latin typeface="Calibri"/>
                  <a:ea typeface="Calibri"/>
                  <a:cs typeface="Calibri"/>
                  <a:sym typeface="Calibri"/>
                </a:rPr>
                <a:t>‘Invoegen’</a:t>
              </a:r>
              <a:r>
                <a:rPr b="0" i="0" lang="nl-NL" sz="1200" u="none" cap="none" strike="noStrike">
                  <a:solidFill>
                    <a:srgbClr val="000000"/>
                  </a:solidFill>
                  <a:latin typeface="Calibri"/>
                  <a:ea typeface="Calibri"/>
                  <a:cs typeface="Calibri"/>
                  <a:sym typeface="Calibri"/>
                </a:rPr>
                <a:t>.</a:t>
              </a:r>
              <a:endParaRPr sz="1800">
                <a:solidFill>
                  <a:schemeClr val="dk1"/>
                </a:solidFill>
                <a:latin typeface="Times New Roman"/>
                <a:ea typeface="Times New Roman"/>
                <a:cs typeface="Times New Roman"/>
                <a:sym typeface="Times New Roman"/>
              </a:endParaRPr>
            </a:p>
          </p:txBody>
        </p:sp>
        <p:grpSp>
          <p:nvGrpSpPr>
            <p:cNvPr id="1822" name="Google Shape;1822;p17"/>
            <p:cNvGrpSpPr/>
            <p:nvPr/>
          </p:nvGrpSpPr>
          <p:grpSpPr>
            <a:xfrm>
              <a:off x="-3311319" y="2164285"/>
              <a:ext cx="825500" cy="209550"/>
              <a:chOff x="13504624" y="2482850"/>
              <a:chExt cx="825500" cy="209550"/>
            </a:xfrm>
          </p:grpSpPr>
          <p:sp>
            <p:nvSpPr>
              <p:cNvPr id="1823" name="Google Shape;1823;p17"/>
              <p:cNvSpPr/>
              <p:nvPr/>
            </p:nvSpPr>
            <p:spPr>
              <a:xfrm>
                <a:off x="13504624" y="2482850"/>
                <a:ext cx="825500" cy="209550"/>
              </a:xfrm>
              <a:prstGeom prst="rect">
                <a:avLst/>
              </a:prstGeom>
              <a:solidFill>
                <a:srgbClr val="E5F1FB"/>
              </a:solidFill>
              <a:ln cap="flat" cmpd="sng" w="12700">
                <a:solidFill>
                  <a:srgbClr val="0B7ED9"/>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rPr b="0" lang="nl-NL" sz="900">
                    <a:solidFill>
                      <a:srgbClr val="211F26"/>
                    </a:solidFill>
                    <a:latin typeface="Calibri"/>
                    <a:ea typeface="Calibri"/>
                    <a:cs typeface="Calibri"/>
                    <a:sym typeface="Calibri"/>
                  </a:rPr>
                  <a:t>Invoegen</a:t>
                </a:r>
                <a:endParaRPr sz="1800">
                  <a:solidFill>
                    <a:schemeClr val="lt1"/>
                  </a:solidFill>
                  <a:latin typeface="Times New Roman"/>
                  <a:ea typeface="Times New Roman"/>
                  <a:cs typeface="Times New Roman"/>
                  <a:sym typeface="Times New Roman"/>
                </a:endParaRPr>
              </a:p>
            </p:txBody>
          </p:sp>
          <p:cxnSp>
            <p:nvCxnSpPr>
              <p:cNvPr id="1824" name="Google Shape;1824;p17"/>
              <p:cNvCxnSpPr/>
              <p:nvPr/>
            </p:nvCxnSpPr>
            <p:spPr>
              <a:xfrm>
                <a:off x="14155269" y="2515250"/>
                <a:ext cx="0" cy="142717"/>
              </a:xfrm>
              <a:prstGeom prst="straightConnector1">
                <a:avLst/>
              </a:prstGeom>
              <a:noFill/>
              <a:ln cap="flat" cmpd="sng" w="9525">
                <a:solidFill>
                  <a:srgbClr val="44546A"/>
                </a:solidFill>
                <a:prstDash val="solid"/>
                <a:round/>
                <a:headEnd len="sm" w="sm" type="none"/>
                <a:tailEnd len="sm" w="sm" type="none"/>
              </a:ln>
            </p:spPr>
          </p:cxnSp>
          <p:sp>
            <p:nvSpPr>
              <p:cNvPr id="1825" name="Google Shape;1825;p17"/>
              <p:cNvSpPr/>
              <p:nvPr/>
            </p:nvSpPr>
            <p:spPr>
              <a:xfrm rot="10800000">
                <a:off x="14196089" y="2566904"/>
                <a:ext cx="86866" cy="51147"/>
              </a:xfrm>
              <a:prstGeom prst="triangle">
                <a:avLst>
                  <a:gd fmla="val 50000" name="adj"/>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900">
                  <a:solidFill>
                    <a:srgbClr val="211F26"/>
                  </a:solidFill>
                  <a:latin typeface="Calibri"/>
                  <a:ea typeface="Calibri"/>
                  <a:cs typeface="Calibri"/>
                  <a:sym typeface="Calibri"/>
                </a:endParaRPr>
              </a:p>
            </p:txBody>
          </p:sp>
        </p:grpSp>
        <p:sp>
          <p:nvSpPr>
            <p:cNvPr id="1826" name="Google Shape;1826;p17"/>
            <p:cNvSpPr/>
            <p:nvPr/>
          </p:nvSpPr>
          <p:spPr>
            <a:xfrm>
              <a:off x="-3603587" y="2553359"/>
              <a:ext cx="180000" cy="180000"/>
            </a:xfrm>
            <a:prstGeom prst="ellipse">
              <a:avLst/>
            </a:prstGeom>
            <a:solidFill>
              <a:srgbClr val="BC003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nl-NL" sz="1000" u="none" cap="none" strike="noStrike">
                  <a:solidFill>
                    <a:srgbClr val="FFFFFF"/>
                  </a:solidFill>
                  <a:latin typeface="Calibri"/>
                  <a:ea typeface="Calibri"/>
                  <a:cs typeface="Calibri"/>
                  <a:sym typeface="Calibri"/>
                </a:rPr>
                <a:t>3</a:t>
              </a:r>
              <a:endParaRPr sz="1800">
                <a:solidFill>
                  <a:schemeClr val="dk1"/>
                </a:solidFill>
                <a:latin typeface="Times New Roman"/>
                <a:ea typeface="Times New Roman"/>
                <a:cs typeface="Times New Roman"/>
                <a:sym typeface="Times New Roman"/>
              </a:endParaRPr>
            </a:p>
          </p:txBody>
        </p:sp>
        <p:sp>
          <p:nvSpPr>
            <p:cNvPr id="1827" name="Google Shape;1827;p17"/>
            <p:cNvSpPr/>
            <p:nvPr/>
          </p:nvSpPr>
          <p:spPr>
            <a:xfrm>
              <a:off x="-3319415" y="2553360"/>
              <a:ext cx="2944682" cy="979796"/>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200"/>
                <a:buFont typeface="Calibri"/>
                <a:buNone/>
              </a:pPr>
              <a:r>
                <a:rPr b="0" i="0" lang="nl-NL" sz="1200" u="none" cap="none" strike="noStrike">
                  <a:solidFill>
                    <a:srgbClr val="000000"/>
                  </a:solidFill>
                  <a:latin typeface="Calibri"/>
                  <a:ea typeface="Calibri"/>
                  <a:cs typeface="Calibri"/>
                  <a:sym typeface="Calibri"/>
                </a:rPr>
                <a:t>Om de afbeelding te schalen of bij te snijden, ga naar de tab </a:t>
              </a:r>
              <a:r>
                <a:rPr b="1" i="0" lang="nl-NL" sz="1200" u="none" cap="none" strike="noStrike">
                  <a:solidFill>
                    <a:srgbClr val="000000"/>
                  </a:solidFill>
                  <a:latin typeface="Calibri"/>
                  <a:ea typeface="Calibri"/>
                  <a:cs typeface="Calibri"/>
                  <a:sym typeface="Calibri"/>
                </a:rPr>
                <a:t>‘Hulpmiddelen voor afbeeldingen - Opmaak’</a:t>
              </a:r>
              <a:r>
                <a:rPr b="0" i="0" lang="nl-NL" sz="1200" u="none" cap="none" strike="noStrike">
                  <a:solidFill>
                    <a:srgbClr val="000000"/>
                  </a:solidFill>
                  <a:latin typeface="Calibri"/>
                  <a:ea typeface="Calibri"/>
                  <a:cs typeface="Calibri"/>
                  <a:sym typeface="Calibri"/>
                </a:rPr>
                <a:t> en klik op de knop </a:t>
              </a:r>
              <a:r>
                <a:rPr b="1" i="0" lang="nl-NL" sz="1200" u="none" cap="none" strike="noStrike">
                  <a:solidFill>
                    <a:srgbClr val="000000"/>
                  </a:solidFill>
                  <a:latin typeface="Calibri"/>
                  <a:ea typeface="Calibri"/>
                  <a:cs typeface="Calibri"/>
                  <a:sym typeface="Calibri"/>
                </a:rPr>
                <a:t>‘Bijsnijden’</a:t>
              </a:r>
              <a:r>
                <a:rPr b="0" i="0" lang="nl-NL" sz="1200" u="none" cap="none" strike="noStrike">
                  <a:solidFill>
                    <a:srgbClr val="000000"/>
                  </a:solidFill>
                  <a:latin typeface="Calibri"/>
                  <a:ea typeface="Calibri"/>
                  <a:cs typeface="Calibri"/>
                  <a:sym typeface="Calibri"/>
                </a:rPr>
                <a:t>. Schaal met de bolletjes de afbeelding en met de hoekjes het afbeeldingskader.</a:t>
              </a:r>
              <a:endParaRPr sz="1800">
                <a:solidFill>
                  <a:schemeClr val="dk1"/>
                </a:solidFill>
                <a:latin typeface="Times New Roman"/>
                <a:ea typeface="Times New Roman"/>
                <a:cs typeface="Times New Roman"/>
                <a:sym typeface="Times New Roman"/>
              </a:endParaRPr>
            </a:p>
          </p:txBody>
        </p:sp>
        <p:grpSp>
          <p:nvGrpSpPr>
            <p:cNvPr id="1828" name="Google Shape;1828;p17"/>
            <p:cNvGrpSpPr/>
            <p:nvPr/>
          </p:nvGrpSpPr>
          <p:grpSpPr>
            <a:xfrm>
              <a:off x="-3408294" y="3643742"/>
              <a:ext cx="622283" cy="612920"/>
              <a:chOff x="12617641" y="3403239"/>
              <a:chExt cx="752963" cy="741634"/>
            </a:xfrm>
          </p:grpSpPr>
          <p:grpSp>
            <p:nvGrpSpPr>
              <p:cNvPr id="1829" name="Google Shape;1829;p17"/>
              <p:cNvGrpSpPr/>
              <p:nvPr/>
            </p:nvGrpSpPr>
            <p:grpSpPr>
              <a:xfrm>
                <a:off x="12771530" y="3403239"/>
                <a:ext cx="467176" cy="448491"/>
                <a:chOff x="12782157" y="3403239"/>
                <a:chExt cx="467176" cy="448491"/>
              </a:xfrm>
            </p:grpSpPr>
            <p:grpSp>
              <p:nvGrpSpPr>
                <p:cNvPr id="1830" name="Google Shape;1830;p17"/>
                <p:cNvGrpSpPr/>
                <p:nvPr/>
              </p:nvGrpSpPr>
              <p:grpSpPr>
                <a:xfrm>
                  <a:off x="12782157" y="3403239"/>
                  <a:ext cx="412976" cy="396132"/>
                  <a:chOff x="13554906" y="3320109"/>
                  <a:chExt cx="443917" cy="425811"/>
                </a:xfrm>
              </p:grpSpPr>
              <p:grpSp>
                <p:nvGrpSpPr>
                  <p:cNvPr id="1831" name="Google Shape;1831;p17"/>
                  <p:cNvGrpSpPr/>
                  <p:nvPr/>
                </p:nvGrpSpPr>
                <p:grpSpPr>
                  <a:xfrm>
                    <a:off x="13554906" y="3320109"/>
                    <a:ext cx="443917" cy="425811"/>
                    <a:chOff x="12909684" y="1276143"/>
                    <a:chExt cx="443917" cy="425811"/>
                  </a:xfrm>
                </p:grpSpPr>
                <p:sp>
                  <p:nvSpPr>
                    <p:cNvPr id="1832" name="Google Shape;1832;p17"/>
                    <p:cNvSpPr/>
                    <p:nvPr/>
                  </p:nvSpPr>
                  <p:spPr>
                    <a:xfrm>
                      <a:off x="12909689" y="1276143"/>
                      <a:ext cx="443912" cy="425811"/>
                    </a:xfrm>
                    <a:prstGeom prst="rect">
                      <a:avLst/>
                    </a:prstGeom>
                    <a:noFill/>
                    <a:ln cap="flat" cmpd="sng" w="12700">
                      <a:solidFill>
                        <a:srgbClr val="818181"/>
                      </a:solidFill>
                      <a:prstDash val="dash"/>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833" name="Google Shape;1833;p17"/>
                    <p:cNvSpPr/>
                    <p:nvPr/>
                  </p:nvSpPr>
                  <p:spPr>
                    <a:xfrm>
                      <a:off x="12909684" y="1276143"/>
                      <a:ext cx="261629" cy="257807"/>
                    </a:xfrm>
                    <a:prstGeom prst="rect">
                      <a:avLst/>
                    </a:prstGeom>
                    <a:solidFill>
                      <a:schemeClr val="lt1"/>
                    </a:solidFill>
                    <a:ln cap="flat" cmpd="sng" w="12700">
                      <a:solidFill>
                        <a:srgbClr val="818181"/>
                      </a:solidFill>
                      <a:prstDash val="solid"/>
                      <a:miter lim="800000"/>
                      <a:headEnd len="sm" w="sm" type="none"/>
                      <a:tailEnd len="sm" w="sm" type="none"/>
                    </a:ln>
                  </p:spPr>
                  <p:txBody>
                    <a:bodyPr anchorCtr="0" anchor="ctr" bIns="0" lIns="108000" spcFirstLastPara="1" rIns="0" wrap="square" tIns="0">
                      <a:noAutofit/>
                    </a:bodyPr>
                    <a:lstStyle/>
                    <a:p>
                      <a:pPr indent="0" lvl="0" marL="0" marR="0" rtl="0" algn="l">
                        <a:lnSpc>
                          <a:spcPct val="90000"/>
                        </a:lnSpc>
                        <a:spcBef>
                          <a:spcPts val="0"/>
                        </a:spcBef>
                        <a:spcAft>
                          <a:spcPts val="0"/>
                        </a:spcAft>
                        <a:buNone/>
                      </a:pPr>
                      <a:r>
                        <a:t/>
                      </a:r>
                      <a:endParaRPr b="0" sz="800">
                        <a:solidFill>
                          <a:srgbClr val="211F26"/>
                        </a:solidFill>
                        <a:latin typeface="Calibri"/>
                        <a:ea typeface="Calibri"/>
                        <a:cs typeface="Calibri"/>
                        <a:sym typeface="Calibri"/>
                      </a:endParaRPr>
                    </a:p>
                  </p:txBody>
                </p:sp>
                <p:sp>
                  <p:nvSpPr>
                    <p:cNvPr id="1834" name="Google Shape;1834;p17"/>
                    <p:cNvSpPr/>
                    <p:nvPr/>
                  </p:nvSpPr>
                  <p:spPr>
                    <a:xfrm>
                      <a:off x="13069071" y="1308711"/>
                      <a:ext cx="72188" cy="72188"/>
                    </a:xfrm>
                    <a:prstGeom prst="ellipse">
                      <a:avLst/>
                    </a:prstGeom>
                    <a:solidFill>
                      <a:srgbClr val="ECC679"/>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pic>
                <p:nvPicPr>
                  <p:cNvPr id="1835" name="Google Shape;1835;p17"/>
                  <p:cNvPicPr preferRelativeResize="0"/>
                  <p:nvPr/>
                </p:nvPicPr>
                <p:blipFill rotWithShape="1">
                  <a:blip r:embed="rId2">
                    <a:alphaModFix/>
                  </a:blip>
                  <a:srcRect b="0" l="0" r="0" t="0"/>
                  <a:stretch/>
                </p:blipFill>
                <p:spPr>
                  <a:xfrm>
                    <a:off x="13567296" y="3424991"/>
                    <a:ext cx="173367" cy="140220"/>
                  </a:xfrm>
                  <a:prstGeom prst="rect">
                    <a:avLst/>
                  </a:prstGeom>
                  <a:noFill/>
                  <a:ln>
                    <a:noFill/>
                  </a:ln>
                </p:spPr>
              </p:pic>
              <p:pic>
                <p:nvPicPr>
                  <p:cNvPr id="1836" name="Google Shape;1836;p17"/>
                  <p:cNvPicPr preferRelativeResize="0"/>
                  <p:nvPr/>
                </p:nvPicPr>
                <p:blipFill rotWithShape="1">
                  <a:blip r:embed="rId2">
                    <a:alphaModFix/>
                  </a:blip>
                  <a:srcRect b="0" l="0" r="0" t="0"/>
                  <a:stretch/>
                </p:blipFill>
                <p:spPr>
                  <a:xfrm flipH="1">
                    <a:off x="13635599" y="3449265"/>
                    <a:ext cx="173367" cy="111424"/>
                  </a:xfrm>
                  <a:prstGeom prst="rect">
                    <a:avLst/>
                  </a:prstGeom>
                  <a:noFill/>
                  <a:ln>
                    <a:noFill/>
                  </a:ln>
                </p:spPr>
              </p:pic>
            </p:grpSp>
            <p:grpSp>
              <p:nvGrpSpPr>
                <p:cNvPr id="1837" name="Google Shape;1837;p17"/>
                <p:cNvGrpSpPr/>
                <p:nvPr/>
              </p:nvGrpSpPr>
              <p:grpSpPr>
                <a:xfrm>
                  <a:off x="13103513" y="3705268"/>
                  <a:ext cx="145820" cy="146462"/>
                  <a:chOff x="13096169" y="3602278"/>
                  <a:chExt cx="145820" cy="146462"/>
                </a:xfrm>
              </p:grpSpPr>
              <p:sp>
                <p:nvSpPr>
                  <p:cNvPr id="1838" name="Google Shape;1838;p17"/>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839" name="Google Shape;1839;p17"/>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840" name="Google Shape;1840;p17"/>
                <p:cNvGrpSpPr/>
                <p:nvPr/>
              </p:nvGrpSpPr>
              <p:grpSpPr>
                <a:xfrm rot="10800000">
                  <a:off x="13061402" y="3665637"/>
                  <a:ext cx="145820" cy="146462"/>
                  <a:chOff x="13096169" y="3602278"/>
                  <a:chExt cx="145820" cy="146462"/>
                </a:xfrm>
              </p:grpSpPr>
              <p:sp>
                <p:nvSpPr>
                  <p:cNvPr id="1841" name="Google Shape;1841;p17"/>
                  <p:cNvSpPr/>
                  <p:nvPr/>
                </p:nvSpPr>
                <p:spPr>
                  <a:xfrm>
                    <a:off x="13096169" y="3602278"/>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sp>
                <p:nvSpPr>
                  <p:cNvPr id="1842" name="Google Shape;1842;p17"/>
                  <p:cNvSpPr/>
                  <p:nvPr/>
                </p:nvSpPr>
                <p:spPr>
                  <a:xfrm rot="5400000">
                    <a:off x="13037453" y="3661636"/>
                    <a:ext cx="145820" cy="28388"/>
                  </a:xfrm>
                  <a:prstGeom prst="rect">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sp>
            <p:nvSpPr>
              <p:cNvPr id="1843" name="Google Shape;1843;p17"/>
              <p:cNvSpPr/>
              <p:nvPr/>
            </p:nvSpPr>
            <p:spPr>
              <a:xfrm>
                <a:off x="12617641" y="3889890"/>
                <a:ext cx="752963" cy="16117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0" lang="nl-NL" sz="900">
                    <a:solidFill>
                      <a:srgbClr val="211F26"/>
                    </a:solidFill>
                    <a:latin typeface="Calibri"/>
                    <a:ea typeface="Calibri"/>
                    <a:cs typeface="Calibri"/>
                    <a:sym typeface="Calibri"/>
                  </a:rPr>
                  <a:t>Bijsnijden</a:t>
                </a:r>
                <a:endParaRPr sz="1800">
                  <a:solidFill>
                    <a:schemeClr val="lt1"/>
                  </a:solidFill>
                  <a:latin typeface="Times New Roman"/>
                  <a:ea typeface="Times New Roman"/>
                  <a:cs typeface="Times New Roman"/>
                  <a:sym typeface="Times New Roman"/>
                </a:endParaRPr>
              </a:p>
            </p:txBody>
          </p:sp>
          <p:sp>
            <p:nvSpPr>
              <p:cNvPr id="1844" name="Google Shape;1844;p17"/>
              <p:cNvSpPr/>
              <p:nvPr/>
            </p:nvSpPr>
            <p:spPr>
              <a:xfrm rot="10800000">
                <a:off x="12950688" y="4093726"/>
                <a:ext cx="86866" cy="51147"/>
              </a:xfrm>
              <a:prstGeom prst="triangle">
                <a:avLst>
                  <a:gd fmla="val 50000" name="adj"/>
                </a:avLst>
              </a:prstGeom>
              <a:solidFill>
                <a:srgbClr val="818181"/>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000">
                  <a:solidFill>
                    <a:srgbClr val="211F26"/>
                  </a:solidFill>
                  <a:latin typeface="Calibri"/>
                  <a:ea typeface="Calibri"/>
                  <a:cs typeface="Calibri"/>
                  <a:sym typeface="Calibri"/>
                </a:endParaRPr>
              </a:p>
            </p:txBody>
          </p:sp>
        </p:grpSp>
        <p:grpSp>
          <p:nvGrpSpPr>
            <p:cNvPr id="1845" name="Google Shape;1845;p17"/>
            <p:cNvGrpSpPr/>
            <p:nvPr/>
          </p:nvGrpSpPr>
          <p:grpSpPr>
            <a:xfrm>
              <a:off x="-376736" y="4271597"/>
              <a:ext cx="283685" cy="283685"/>
              <a:chOff x="-510741" y="5913713"/>
              <a:chExt cx="267555" cy="267555"/>
            </a:xfrm>
          </p:grpSpPr>
          <p:sp>
            <p:nvSpPr>
              <p:cNvPr id="1846" name="Google Shape;1846;p17"/>
              <p:cNvSpPr/>
              <p:nvPr/>
            </p:nvSpPr>
            <p:spPr>
              <a:xfrm>
                <a:off x="-491853" y="5932072"/>
                <a:ext cx="230835" cy="230835"/>
              </a:xfrm>
              <a:prstGeom prst="ellipse">
                <a:avLst/>
              </a:prstGeom>
              <a:solidFill>
                <a:schemeClr val="lt2"/>
              </a:solidFill>
              <a:ln>
                <a:noFill/>
              </a:ln>
            </p:spPr>
            <p:txBody>
              <a:bodyPr anchorCtr="0" anchor="ctr" bIns="180000" lIns="180000" spcFirstLastPara="1" rIns="180000" wrap="square" tIns="180000">
                <a:noAutofit/>
              </a:bodyPr>
              <a:lstStyle/>
              <a:p>
                <a:pPr indent="0" lvl="0" marL="0" marR="0" rtl="0" algn="ctr">
                  <a:lnSpc>
                    <a:spcPct val="90000"/>
                  </a:lnSpc>
                  <a:spcBef>
                    <a:spcPts val="0"/>
                  </a:spcBef>
                  <a:spcAft>
                    <a:spcPts val="0"/>
                  </a:spcAft>
                  <a:buNone/>
                </a:pPr>
                <a:r>
                  <a:t/>
                </a:r>
                <a:endParaRPr sz="1600" cap="none">
                  <a:solidFill>
                    <a:schemeClr val="lt1"/>
                  </a:solidFill>
                  <a:latin typeface="Calibri"/>
                  <a:ea typeface="Calibri"/>
                  <a:cs typeface="Calibri"/>
                  <a:sym typeface="Calibri"/>
                </a:endParaRPr>
              </a:p>
            </p:txBody>
          </p:sp>
          <p:sp>
            <p:nvSpPr>
              <p:cNvPr descr="Informatie" id="1847" name="Google Shape;1847;p17"/>
              <p:cNvSpPr/>
              <p:nvPr/>
            </p:nvSpPr>
            <p:spPr>
              <a:xfrm>
                <a:off x="-510741" y="5913713"/>
                <a:ext cx="267555" cy="267555"/>
              </a:xfrm>
              <a:custGeom>
                <a:rect b="b" l="l" r="r" t="t"/>
                <a:pathLst>
                  <a:path extrusionOk="0" h="291719" w="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BC003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211F26"/>
                  </a:solidFill>
                  <a:latin typeface="Calibri"/>
                  <a:ea typeface="Calibri"/>
                  <a:cs typeface="Calibri"/>
                  <a:sym typeface="Calibri"/>
                </a:endParaRPr>
              </a:p>
            </p:txBody>
          </p:sp>
        </p:grpSp>
      </p:grpSp>
      <p:sp>
        <p:nvSpPr>
          <p:cNvPr id="1848" name="Google Shape;1848;p17"/>
          <p:cNvSpPr/>
          <p:nvPr/>
        </p:nvSpPr>
        <p:spPr>
          <a:xfrm>
            <a:off x="0" y="0"/>
            <a:ext cx="12192000" cy="712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849" name="Google Shape;1849;p17"/>
          <p:cNvSpPr txBox="1"/>
          <p:nvPr>
            <p:ph idx="11" type="ftr"/>
          </p:nvPr>
        </p:nvSpPr>
        <p:spPr>
          <a:xfrm>
            <a:off x="489314" y="7209424"/>
            <a:ext cx="4114800" cy="151200"/>
          </a:xfrm>
          <a:prstGeom prst="rect">
            <a:avLst/>
          </a:prstGeom>
          <a:noFill/>
          <a:ln>
            <a:noFill/>
          </a:ln>
        </p:spPr>
        <p:txBody>
          <a:bodyPr anchorCtr="0" anchor="ctr"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0" name="Google Shape;1850;p17"/>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nl-NL"/>
              <a:t>‹#›</a:t>
            </a:fld>
            <a:endParaRPr/>
          </a:p>
        </p:txBody>
      </p:sp>
      <p:sp>
        <p:nvSpPr>
          <p:cNvPr id="1851" name="Google Shape;1851;p17"/>
          <p:cNvSpPr txBox="1"/>
          <p:nvPr>
            <p:ph type="title"/>
          </p:nvPr>
        </p:nvSpPr>
        <p:spPr>
          <a:xfrm>
            <a:off x="489314" y="3755738"/>
            <a:ext cx="11148649" cy="88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BC0031"/>
              </a:buClr>
              <a:buSzPts val="4400"/>
              <a:buFont typeface="Times New Roma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1.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89313" y="709200"/>
            <a:ext cx="11185200" cy="8856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BC0031"/>
              </a:buClr>
              <a:buSzPts val="4400"/>
              <a:buFont typeface="Times New Roman"/>
              <a:buNone/>
              <a:defRPr b="1" i="0" sz="4400" u="none" cap="none" strike="noStrike">
                <a:solidFill>
                  <a:srgbClr val="BC003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89314" y="1700808"/>
            <a:ext cx="11185199" cy="4359913"/>
          </a:xfrm>
          <a:prstGeom prst="rect">
            <a:avLst/>
          </a:prstGeom>
          <a:noFill/>
          <a:ln>
            <a:noFill/>
          </a:ln>
        </p:spPr>
        <p:txBody>
          <a:bodyPr anchorCtr="0" anchor="t" bIns="0" lIns="0" spcFirstLastPara="1" rIns="0" wrap="square" tIns="0">
            <a:noAutofit/>
          </a:bodyPr>
          <a:lstStyle>
            <a:lvl1pPr indent="-330200" lvl="0" marL="4572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Times New Roman"/>
                <a:ea typeface="Times New Roman"/>
                <a:cs typeface="Times New Roman"/>
                <a:sym typeface="Times New Roman"/>
              </a:defRPr>
            </a:lvl1pPr>
            <a:lvl2pPr indent="-330200" lvl="1" marL="914400" marR="0" rtl="0" algn="l">
              <a:lnSpc>
                <a:spcPct val="90000"/>
              </a:lnSpc>
              <a:spcBef>
                <a:spcPts val="600"/>
              </a:spcBef>
              <a:spcAft>
                <a:spcPts val="0"/>
              </a:spcAft>
              <a:buClr>
                <a:srgbClr val="1A1A20"/>
              </a:buClr>
              <a:buSzPts val="1600"/>
              <a:buFont typeface="Arial"/>
              <a:buChar char="•"/>
              <a:defRPr b="0" i="0" sz="1600" u="none" cap="none" strike="noStrike">
                <a:solidFill>
                  <a:schemeClr val="dk1"/>
                </a:solidFill>
                <a:latin typeface="Times New Roman"/>
                <a:ea typeface="Times New Roman"/>
                <a:cs typeface="Times New Roman"/>
                <a:sym typeface="Times New Roman"/>
              </a:defRPr>
            </a:lvl2pPr>
            <a:lvl3pPr indent="-330200" lvl="2" marL="1371600" marR="0" rtl="0" algn="l">
              <a:lnSpc>
                <a:spcPct val="90000"/>
              </a:lnSpc>
              <a:spcBef>
                <a:spcPts val="600"/>
              </a:spcBef>
              <a:spcAft>
                <a:spcPts val="0"/>
              </a:spcAft>
              <a:buClr>
                <a:srgbClr val="1A1A20"/>
              </a:buClr>
              <a:buSzPts val="1600"/>
              <a:buFont typeface="Noto Sans Symbols"/>
              <a:buChar char="−"/>
              <a:defRPr b="0" i="0" sz="1600" u="none" cap="none" strike="noStrike">
                <a:solidFill>
                  <a:schemeClr val="dk1"/>
                </a:solidFill>
                <a:latin typeface="Times New Roman"/>
                <a:ea typeface="Times New Roman"/>
                <a:cs typeface="Times New Roman"/>
                <a:sym typeface="Times New Roman"/>
              </a:defRPr>
            </a:lvl3pPr>
            <a:lvl4pPr indent="-228600" lvl="3" marL="1828800" marR="0" rtl="0" algn="l">
              <a:lnSpc>
                <a:spcPct val="90000"/>
              </a:lnSpc>
              <a:spcBef>
                <a:spcPts val="600"/>
              </a:spcBef>
              <a:spcAft>
                <a:spcPts val="0"/>
              </a:spcAft>
              <a:buClr>
                <a:schemeClr val="accent2"/>
              </a:buClr>
              <a:buSzPts val="1600"/>
              <a:buFont typeface="Noto Sans Symbols"/>
              <a:buNone/>
              <a:defRPr b="0" i="0" sz="1600" u="none" cap="none" strike="noStrike">
                <a:solidFill>
                  <a:schemeClr val="accent1"/>
                </a:solidFill>
                <a:latin typeface="Times New Roman"/>
                <a:ea typeface="Times New Roman"/>
                <a:cs typeface="Times New Roman"/>
                <a:sym typeface="Times New Roman"/>
              </a:defRPr>
            </a:lvl4pPr>
            <a:lvl5pPr indent="-228600" lvl="4" marL="2286000" marR="0" rtl="0" algn="l">
              <a:lnSpc>
                <a:spcPct val="90000"/>
              </a:lnSpc>
              <a:spcBef>
                <a:spcPts val="600"/>
              </a:spcBef>
              <a:spcAft>
                <a:spcPts val="0"/>
              </a:spcAft>
              <a:buClr>
                <a:schemeClr val="accent1"/>
              </a:buClr>
              <a:buSzPts val="2000"/>
              <a:buFont typeface="Arial"/>
              <a:buNone/>
              <a:defRPr b="1" i="0" sz="2000" u="none" cap="none" strike="noStrike">
                <a:solidFill>
                  <a:schemeClr val="accent1"/>
                </a:solidFill>
                <a:latin typeface="Times New Roman"/>
                <a:ea typeface="Times New Roman"/>
                <a:cs typeface="Times New Roman"/>
                <a:sym typeface="Times New Roman"/>
              </a:defRPr>
            </a:lvl5pPr>
            <a:lvl6pPr indent="-228600" lvl="5" marL="2743200" marR="0" rtl="0" algn="l">
              <a:lnSpc>
                <a:spcPct val="90000"/>
              </a:lnSpc>
              <a:spcBef>
                <a:spcPts val="600"/>
              </a:spcBef>
              <a:spcAft>
                <a:spcPts val="0"/>
              </a:spcAft>
              <a:buClr>
                <a:schemeClr val="accent2"/>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indent="-330200" lvl="6" marL="3200400" marR="0" rtl="0" algn="l">
              <a:lnSpc>
                <a:spcPct val="90000"/>
              </a:lnSpc>
              <a:spcBef>
                <a:spcPts val="600"/>
              </a:spcBef>
              <a:spcAft>
                <a:spcPts val="0"/>
              </a:spcAft>
              <a:buClr>
                <a:schemeClr val="dk1"/>
              </a:buClr>
              <a:buSzPts val="1600"/>
              <a:buFont typeface="Times New Roman"/>
              <a:buAutoNum type="arabicPeriod"/>
              <a:defRPr b="0" i="0" sz="1600" u="none" cap="none" strike="noStrike">
                <a:solidFill>
                  <a:schemeClr val="dk1"/>
                </a:solidFill>
                <a:latin typeface="Times New Roman"/>
                <a:ea typeface="Times New Roman"/>
                <a:cs typeface="Times New Roman"/>
                <a:sym typeface="Times New Roman"/>
              </a:defRPr>
            </a:lvl7pPr>
            <a:lvl8pPr indent="-330200" lvl="7" marL="3657600" marR="0" rtl="0" algn="l">
              <a:lnSpc>
                <a:spcPct val="90000"/>
              </a:lnSpc>
              <a:spcBef>
                <a:spcPts val="600"/>
              </a:spcBef>
              <a:spcAft>
                <a:spcPts val="0"/>
              </a:spcAft>
              <a:buClr>
                <a:schemeClr val="dk1"/>
              </a:buClr>
              <a:buSzPts val="1600"/>
              <a:buFont typeface="Times New Roman"/>
              <a:buAutoNum type="alphaLcPeriod"/>
              <a:defRPr b="0" i="0" sz="1600" u="none" cap="none" strike="noStrike">
                <a:solidFill>
                  <a:schemeClr val="dk1"/>
                </a:solidFill>
                <a:latin typeface="Times New Roman"/>
                <a:ea typeface="Times New Roman"/>
                <a:cs typeface="Times New Roman"/>
                <a:sym typeface="Times New Roman"/>
              </a:defRPr>
            </a:lvl8pPr>
            <a:lvl9pPr indent="-330200" lvl="8" marL="4114800" marR="0" rtl="0" algn="l">
              <a:lnSpc>
                <a:spcPct val="90000"/>
              </a:lnSpc>
              <a:spcBef>
                <a:spcPts val="600"/>
              </a:spcBef>
              <a:spcAft>
                <a:spcPts val="600"/>
              </a:spcAft>
              <a:buClr>
                <a:schemeClr val="dk1"/>
              </a:buClr>
              <a:buSzPts val="1600"/>
              <a:buFont typeface="Arial"/>
              <a:buChar char="•"/>
              <a:defRPr b="0" i="0" sz="1600" u="none" cap="none" strike="noStrike">
                <a:solidFill>
                  <a:schemeClr val="dk1"/>
                </a:solidFill>
                <a:latin typeface="Times New Roman"/>
                <a:ea typeface="Times New Roman"/>
                <a:cs typeface="Times New Roman"/>
                <a:sym typeface="Times New Roman"/>
              </a:defRPr>
            </a:lvl9pPr>
          </a:lstStyle>
          <a:p/>
        </p:txBody>
      </p:sp>
      <p:pic>
        <p:nvPicPr>
          <p:cNvPr descr="{&quot;templafy&quot;:{&quot;id&quot;:&quot;3b9a8bec-3a70-4f60-98af-3e6f2e2a592c&quot;}}" id="12" name="Google Shape;12;p1"/>
          <p:cNvPicPr preferRelativeResize="0"/>
          <p:nvPr/>
        </p:nvPicPr>
        <p:blipFill rotWithShape="1">
          <a:blip r:embed="rId1">
            <a:alphaModFix/>
          </a:blip>
          <a:srcRect b="0" l="0" r="0" t="0"/>
          <a:stretch/>
        </p:blipFill>
        <p:spPr>
          <a:xfrm>
            <a:off x="205200" y="205200"/>
            <a:ext cx="3008064" cy="298800"/>
          </a:xfrm>
          <a:prstGeom prst="rect">
            <a:avLst/>
          </a:prstGeom>
          <a:noFill/>
          <a:ln>
            <a:noFill/>
          </a:ln>
        </p:spPr>
      </p:pic>
      <p:sp>
        <p:nvSpPr>
          <p:cNvPr id="13" name="Google Shape;13;p1"/>
          <p:cNvSpPr txBox="1"/>
          <p:nvPr>
            <p:ph idx="11" type="ftr"/>
          </p:nvPr>
        </p:nvSpPr>
        <p:spPr>
          <a:xfrm>
            <a:off x="5202000" y="6346800"/>
            <a:ext cx="4114800" cy="151200"/>
          </a:xfrm>
          <a:prstGeom prst="rect">
            <a:avLst/>
          </a:prstGeom>
          <a:noFill/>
          <a:ln>
            <a:noFill/>
          </a:ln>
        </p:spPr>
        <p:txBody>
          <a:bodyPr anchorCtr="0" anchor="ctr" bIns="0" lIns="0" spcFirstLastPara="1" rIns="0" wrap="square" tIns="0">
            <a:noAutofit/>
          </a:bodyPr>
          <a:lstStyle>
            <a:lvl1pPr lvl="0" marR="0" rtl="0" algn="r">
              <a:spcBef>
                <a:spcPts val="0"/>
              </a:spcBef>
              <a:spcAft>
                <a:spcPts val="0"/>
              </a:spcAft>
              <a:buSzPts val="1400"/>
              <a:buNone/>
              <a:defRPr b="0" i="0" sz="1000" u="none" cap="none" strike="noStrike">
                <a:solidFill>
                  <a:srgbClr val="7F7F7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11314513" y="6346800"/>
            <a:ext cx="360000" cy="151200"/>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buNone/>
              <a:defRPr b="1" i="0" sz="10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nl-NL"/>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02">
          <p15:clr>
            <a:srgbClr val="F26B43"/>
          </p15:clr>
        </p15:guide>
        <p15:guide id="2" pos="9775">
          <p15:clr>
            <a:srgbClr val="F26B43"/>
          </p15:clr>
        </p15:guide>
        <p15:guide id="3" orient="horz" pos="867">
          <p15:clr>
            <a:srgbClr val="F26B43"/>
          </p15:clr>
        </p15:guide>
        <p15:guide id="4" pos="581">
          <p15:clr>
            <a:srgbClr val="F26B43"/>
          </p15:clr>
        </p15:guide>
        <p15:guide id="5" pos="7401">
          <p15:clr>
            <a:srgbClr val="F26B43"/>
          </p15:clr>
        </p15:guide>
        <p15:guide id="6" orient="horz" pos="3847">
          <p15:clr>
            <a:srgbClr val="F26B43"/>
          </p15:clr>
        </p15:guide>
        <p15:guide id="7" orient="horz" pos="482">
          <p15:clr>
            <a:srgbClr val="F26B43"/>
          </p15:clr>
        </p15:guide>
        <p15:guide id="8" pos="3736">
          <p15:clr>
            <a:srgbClr val="F26B43"/>
          </p15:clr>
        </p15:guide>
        <p15:guide id="9" pos="3961">
          <p15:clr>
            <a:srgbClr val="F26B43"/>
          </p15:clr>
        </p15:guide>
        <p15:guide id="10" orient="horz" pos="2069">
          <p15:clr>
            <a:srgbClr val="F26B43"/>
          </p15:clr>
        </p15:guide>
        <p15:guide id="11" orient="horz" pos="2201">
          <p15:clr>
            <a:srgbClr val="F26B43"/>
          </p15:clr>
        </p15:guide>
        <p15:guide id="12" pos="2655">
          <p15:clr>
            <a:srgbClr val="F26B43"/>
          </p15:clr>
        </p15:guide>
        <p15:guide id="13" pos="2781">
          <p15:clr>
            <a:srgbClr val="F26B43"/>
          </p15:clr>
        </p15:guide>
        <p15:guide id="14" pos="4871">
          <p15:clr>
            <a:srgbClr val="F26B43"/>
          </p15:clr>
        </p15:guide>
        <p15:guide id="15" pos="5021">
          <p15:clr>
            <a:srgbClr val="F26B43"/>
          </p15:clr>
        </p15:guide>
        <p15:guide id="16" orient="horz" pos="1196">
          <p15:clr>
            <a:srgbClr val="F26B43"/>
          </p15:clr>
        </p15:guide>
        <p15:guide id="17" pos="307">
          <p15:clr>
            <a:srgbClr val="F26B43"/>
          </p15:clr>
        </p15:guide>
        <p15:guide id="18" pos="7331">
          <p15:clr>
            <a:srgbClr val="F26B43"/>
          </p15:clr>
        </p15:guide>
        <p15:guide id="19" orient="horz" pos="4113">
          <p15:clr>
            <a:srgbClr val="F26B43"/>
          </p15:clr>
        </p15:guide>
        <p15:guide id="20" orient="horz" pos="74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32.png"/><Relationship Id="rId12" Type="http://schemas.openxmlformats.org/officeDocument/2006/relationships/image" Target="../media/image16.png"/><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5.png"/><Relationship Id="rId9" Type="http://schemas.openxmlformats.org/officeDocument/2006/relationships/image" Target="../media/image12.png"/><Relationship Id="rId14" Type="http://schemas.openxmlformats.org/officeDocument/2006/relationships/image" Target="../media/image20.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0.pn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49.png"/><Relationship Id="rId5" Type="http://schemas.openxmlformats.org/officeDocument/2006/relationships/image" Target="../media/image26.png"/><Relationship Id="rId6" Type="http://schemas.openxmlformats.org/officeDocument/2006/relationships/image" Target="../media/image35.png"/><Relationship Id="rId7"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49.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42.png"/><Relationship Id="rId5" Type="http://schemas.openxmlformats.org/officeDocument/2006/relationships/image" Target="../media/image39.png"/><Relationship Id="rId6"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46.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47.png"/><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40.png"/><Relationship Id="rId9" Type="http://schemas.openxmlformats.org/officeDocument/2006/relationships/image" Target="../media/image45.png"/><Relationship Id="rId5" Type="http://schemas.openxmlformats.org/officeDocument/2006/relationships/image" Target="../media/image48.png"/><Relationship Id="rId6" Type="http://schemas.openxmlformats.org/officeDocument/2006/relationships/image" Target="../media/image43.png"/><Relationship Id="rId7" Type="http://schemas.openxmlformats.org/officeDocument/2006/relationships/image" Target="../media/image52.png"/><Relationship Id="rId8"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8.png"/><Relationship Id="rId4" Type="http://schemas.openxmlformats.org/officeDocument/2006/relationships/image" Target="../media/image44.png"/><Relationship Id="rId5"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44.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43.png"/><Relationship Id="rId7" Type="http://schemas.openxmlformats.org/officeDocument/2006/relationships/image" Target="../media/image52.png"/><Relationship Id="rId8"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43.png"/><Relationship Id="rId7" Type="http://schemas.openxmlformats.org/officeDocument/2006/relationships/image" Target="../media/image52.png"/><Relationship Id="rId8"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43.png"/><Relationship Id="rId7" Type="http://schemas.openxmlformats.org/officeDocument/2006/relationships/image" Target="../media/image52.png"/><Relationship Id="rId8"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58.png"/><Relationship Id="rId5"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p18"/>
          <p:cNvSpPr/>
          <p:nvPr/>
        </p:nvSpPr>
        <p:spPr>
          <a:xfrm>
            <a:off x="5930900" y="4296900"/>
            <a:ext cx="6273000" cy="2607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857" name="Google Shape;1857;p18"/>
          <p:cNvSpPr txBox="1"/>
          <p:nvPr>
            <p:ph idx="1" type="body"/>
          </p:nvPr>
        </p:nvSpPr>
        <p:spPr>
          <a:xfrm>
            <a:off x="390000" y="1436000"/>
            <a:ext cx="5047200" cy="29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0" lIns="0" spcFirstLastPara="1" rIns="0" wrap="square" tIns="0">
            <a:noAutofit/>
          </a:bodyPr>
          <a:lstStyle/>
          <a:p>
            <a:pPr indent="0" lvl="0" marL="0" rtl="0" algn="l">
              <a:lnSpc>
                <a:spcPct val="90000"/>
              </a:lnSpc>
              <a:spcBef>
                <a:spcPts val="0"/>
              </a:spcBef>
              <a:spcAft>
                <a:spcPts val="0"/>
              </a:spcAft>
              <a:buClr>
                <a:srgbClr val="BC0031"/>
              </a:buClr>
              <a:buSzPts val="2200"/>
              <a:buNone/>
            </a:pPr>
            <a:r>
              <a:rPr lang="nl-NL"/>
              <a:t>Team 20: Disinformation Spreaders</a:t>
            </a:r>
            <a:endParaRPr/>
          </a:p>
        </p:txBody>
      </p:sp>
      <p:sp>
        <p:nvSpPr>
          <p:cNvPr id="1858" name="Google Shape;1858;p18"/>
          <p:cNvSpPr txBox="1"/>
          <p:nvPr>
            <p:ph idx="3" type="body"/>
          </p:nvPr>
        </p:nvSpPr>
        <p:spPr>
          <a:xfrm>
            <a:off x="390000" y="1990950"/>
            <a:ext cx="5047200" cy="18252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rmAutofit fontScale="92500"/>
          </a:bodyPr>
          <a:lstStyle/>
          <a:p>
            <a:pPr indent="0" lvl="0" marL="0" rtl="0" algn="l">
              <a:lnSpc>
                <a:spcPct val="90000"/>
              </a:lnSpc>
              <a:spcBef>
                <a:spcPts val="0"/>
              </a:spcBef>
              <a:spcAft>
                <a:spcPts val="0"/>
              </a:spcAft>
              <a:buClr>
                <a:schemeClr val="dk1"/>
              </a:buClr>
              <a:buSzPct val="100000"/>
              <a:buNone/>
            </a:pPr>
            <a:r>
              <a:rPr lang="nl-NL"/>
              <a:t>Modelling the spread of disinformation in social networks.</a:t>
            </a:r>
            <a:endParaRPr/>
          </a:p>
        </p:txBody>
      </p:sp>
      <p:sp>
        <p:nvSpPr>
          <p:cNvPr id="1859" name="Google Shape;1859;p18"/>
          <p:cNvSpPr txBox="1"/>
          <p:nvPr>
            <p:ph idx="12" type="sldNum"/>
          </p:nvPr>
        </p:nvSpPr>
        <p:spPr>
          <a:xfrm>
            <a:off x="11277963" y="7245424"/>
            <a:ext cx="360000" cy="1512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nl-NL"/>
              <a:t>‹#›</a:t>
            </a:fld>
            <a:endParaRPr/>
          </a:p>
        </p:txBody>
      </p:sp>
      <p:sp>
        <p:nvSpPr>
          <p:cNvPr id="1860" name="Google Shape;1860;p18"/>
          <p:cNvSpPr/>
          <p:nvPr/>
        </p:nvSpPr>
        <p:spPr>
          <a:xfrm>
            <a:off x="5963158" y="-173375"/>
            <a:ext cx="6273000" cy="2607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pic>
        <p:nvPicPr>
          <p:cNvPr id="1861" name="Google Shape;1861;p18"/>
          <p:cNvPicPr preferRelativeResize="0"/>
          <p:nvPr/>
        </p:nvPicPr>
        <p:blipFill>
          <a:blip r:embed="rId3">
            <a:alphaModFix/>
          </a:blip>
          <a:stretch>
            <a:fillRect/>
          </a:stretch>
        </p:blipFill>
        <p:spPr>
          <a:xfrm>
            <a:off x="5804750" y="947550"/>
            <a:ext cx="6450000" cy="4837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sp>
        <p:nvSpPr>
          <p:cNvPr id="1866" name="Google Shape;1866;p19"/>
          <p:cNvSpPr txBox="1"/>
          <p:nvPr>
            <p:ph idx="12" type="sldNum"/>
          </p:nvPr>
        </p:nvSpPr>
        <p:spPr>
          <a:xfrm>
            <a:off x="11313996" y="6346800"/>
            <a:ext cx="360000" cy="1512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nl-NL"/>
              <a:t>‹#›</a:t>
            </a:fld>
            <a:endParaRPr/>
          </a:p>
        </p:txBody>
      </p:sp>
      <p:sp>
        <p:nvSpPr>
          <p:cNvPr id="1867" name="Google Shape;1867;p19"/>
          <p:cNvSpPr txBox="1"/>
          <p:nvPr>
            <p:ph idx="1" type="body"/>
          </p:nvPr>
        </p:nvSpPr>
        <p:spPr>
          <a:xfrm>
            <a:off x="1239850" y="1898650"/>
            <a:ext cx="10190100" cy="4599300"/>
          </a:xfrm>
          <a:prstGeom prst="rect">
            <a:avLst/>
          </a:prstGeom>
          <a:noFill/>
          <a:ln>
            <a:noFill/>
          </a:ln>
        </p:spPr>
        <p:txBody>
          <a:bodyPr anchorCtr="0" anchor="t" bIns="0" lIns="0" spcFirstLastPara="1" rIns="0" wrap="square" tIns="0">
            <a:noAutofit/>
          </a:bodyPr>
          <a:lstStyle/>
          <a:p>
            <a:pPr indent="-355600" lvl="0" marL="457200" rtl="0" algn="l">
              <a:lnSpc>
                <a:spcPct val="150000"/>
              </a:lnSpc>
              <a:spcBef>
                <a:spcPts val="0"/>
              </a:spcBef>
              <a:spcAft>
                <a:spcPts val="0"/>
              </a:spcAft>
              <a:buSzPts val="2000"/>
              <a:buChar char="●"/>
            </a:pPr>
            <a:r>
              <a:rPr lang="nl-NL" sz="2000"/>
              <a:t>Introducing the topic of disinformation</a:t>
            </a:r>
            <a:endParaRPr sz="2000"/>
          </a:p>
          <a:p>
            <a:pPr indent="-355600" lvl="0" marL="457200" rtl="0" algn="l">
              <a:lnSpc>
                <a:spcPct val="150000"/>
              </a:lnSpc>
              <a:spcBef>
                <a:spcPts val="0"/>
              </a:spcBef>
              <a:spcAft>
                <a:spcPts val="0"/>
              </a:spcAft>
              <a:buSzPts val="2000"/>
              <a:buChar char="●"/>
            </a:pPr>
            <a:r>
              <a:rPr lang="nl-NL" sz="2000"/>
              <a:t>Reference paper </a:t>
            </a:r>
            <a:endParaRPr sz="2000"/>
          </a:p>
          <a:p>
            <a:pPr indent="-355600" lvl="0" marL="457200" rtl="0" algn="l">
              <a:lnSpc>
                <a:spcPct val="150000"/>
              </a:lnSpc>
              <a:spcBef>
                <a:spcPts val="0"/>
              </a:spcBef>
              <a:spcAft>
                <a:spcPts val="0"/>
              </a:spcAft>
              <a:buSzPts val="2000"/>
              <a:buChar char="●"/>
            </a:pPr>
            <a:r>
              <a:rPr lang="nl-NL" sz="2000"/>
              <a:t>Topologies of interest</a:t>
            </a:r>
            <a:endParaRPr sz="2000"/>
          </a:p>
          <a:p>
            <a:pPr indent="-355600" lvl="0" marL="457200" rtl="0" algn="l">
              <a:lnSpc>
                <a:spcPct val="150000"/>
              </a:lnSpc>
              <a:spcBef>
                <a:spcPts val="0"/>
              </a:spcBef>
              <a:spcAft>
                <a:spcPts val="0"/>
              </a:spcAft>
              <a:buSzPts val="2000"/>
              <a:buChar char="●"/>
            </a:pPr>
            <a:r>
              <a:rPr lang="nl-NL" sz="2000"/>
              <a:t>The extended Ising model &amp; </a:t>
            </a:r>
            <a:r>
              <a:rPr lang="nl-NL" sz="2000"/>
              <a:t>example simulations</a:t>
            </a:r>
            <a:endParaRPr sz="2000"/>
          </a:p>
          <a:p>
            <a:pPr indent="-355600" lvl="0" marL="457200" rtl="0" algn="l">
              <a:lnSpc>
                <a:spcPct val="150000"/>
              </a:lnSpc>
              <a:spcBef>
                <a:spcPts val="0"/>
              </a:spcBef>
              <a:spcAft>
                <a:spcPts val="0"/>
              </a:spcAft>
              <a:buSzPts val="2000"/>
              <a:buChar char="●"/>
            </a:pPr>
            <a:r>
              <a:rPr lang="nl-NL" sz="2000"/>
              <a:t>Experiment 1</a:t>
            </a:r>
            <a:endParaRPr sz="2000"/>
          </a:p>
          <a:p>
            <a:pPr indent="-355600" lvl="0" marL="457200" rtl="0" algn="l">
              <a:lnSpc>
                <a:spcPct val="150000"/>
              </a:lnSpc>
              <a:spcBef>
                <a:spcPts val="0"/>
              </a:spcBef>
              <a:spcAft>
                <a:spcPts val="0"/>
              </a:spcAft>
              <a:buSzPts val="2000"/>
              <a:buChar char="●"/>
            </a:pPr>
            <a:r>
              <a:rPr lang="nl-NL" sz="2000"/>
              <a:t>Experiment 2</a:t>
            </a:r>
            <a:endParaRPr sz="2000"/>
          </a:p>
          <a:p>
            <a:pPr indent="-355600" lvl="0" marL="457200" rtl="0" algn="l">
              <a:lnSpc>
                <a:spcPct val="150000"/>
              </a:lnSpc>
              <a:spcBef>
                <a:spcPts val="0"/>
              </a:spcBef>
              <a:spcAft>
                <a:spcPts val="0"/>
              </a:spcAft>
              <a:buSzPts val="2000"/>
              <a:buChar char="●"/>
            </a:pPr>
            <a:r>
              <a:rPr lang="nl-NL" sz="2000"/>
              <a:t>Experiment 3</a:t>
            </a:r>
            <a:endParaRPr sz="2000"/>
          </a:p>
          <a:p>
            <a:pPr indent="-355600" lvl="0" marL="457200" rtl="0" algn="l">
              <a:lnSpc>
                <a:spcPct val="150000"/>
              </a:lnSpc>
              <a:spcBef>
                <a:spcPts val="0"/>
              </a:spcBef>
              <a:spcAft>
                <a:spcPts val="0"/>
              </a:spcAft>
              <a:buSzPts val="2000"/>
              <a:buChar char="●"/>
            </a:pPr>
            <a:r>
              <a:rPr lang="nl-NL" sz="2000"/>
              <a:t>Conclusion</a:t>
            </a:r>
            <a:endParaRPr sz="2000"/>
          </a:p>
          <a:p>
            <a:pPr indent="-355600" lvl="0" marL="457200" rtl="0" algn="l">
              <a:lnSpc>
                <a:spcPct val="150000"/>
              </a:lnSpc>
              <a:spcBef>
                <a:spcPts val="0"/>
              </a:spcBef>
              <a:spcAft>
                <a:spcPts val="0"/>
              </a:spcAft>
              <a:buSzPts val="2000"/>
              <a:buChar char="●"/>
            </a:pPr>
            <a:r>
              <a:rPr lang="nl-NL" sz="2000"/>
              <a:t>Appendix</a:t>
            </a:r>
            <a:endParaRPr sz="2000"/>
          </a:p>
          <a:p>
            <a:pPr indent="-355600" lvl="0" marL="457200" rtl="0" algn="l">
              <a:lnSpc>
                <a:spcPct val="150000"/>
              </a:lnSpc>
              <a:spcBef>
                <a:spcPts val="0"/>
              </a:spcBef>
              <a:spcAft>
                <a:spcPts val="0"/>
              </a:spcAft>
              <a:buSzPts val="2000"/>
              <a:buChar char="●"/>
            </a:pPr>
            <a:r>
              <a:rPr lang="nl-NL" sz="2000"/>
              <a:t>Questions</a:t>
            </a:r>
            <a:endParaRPr sz="2000"/>
          </a:p>
          <a:p>
            <a:pPr indent="0" lvl="0" marL="914400" rtl="0" algn="l">
              <a:lnSpc>
                <a:spcPct val="150000"/>
              </a:lnSpc>
              <a:spcBef>
                <a:spcPts val="0"/>
              </a:spcBef>
              <a:spcAft>
                <a:spcPts val="0"/>
              </a:spcAft>
              <a:buNone/>
            </a:pPr>
            <a:r>
              <a:rPr lang="nl-NL" sz="2000"/>
              <a:t>	</a:t>
            </a:r>
            <a:endParaRPr sz="2000"/>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t/>
            </a:r>
            <a:endParaRPr/>
          </a:p>
        </p:txBody>
      </p:sp>
      <p:sp>
        <p:nvSpPr>
          <p:cNvPr id="1868" name="Google Shape;1868;p19"/>
          <p:cNvSpPr txBox="1"/>
          <p:nvPr>
            <p:ph type="title"/>
          </p:nvPr>
        </p:nvSpPr>
        <p:spPr>
          <a:xfrm>
            <a:off x="695488" y="739900"/>
            <a:ext cx="11185200" cy="8856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BC0031"/>
              </a:buClr>
              <a:buSzPts val="4400"/>
              <a:buFont typeface="Times New Roman"/>
              <a:buNone/>
            </a:pPr>
            <a:r>
              <a:rPr lang="nl-NL"/>
              <a:t>Table of Contents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20"/>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875" name="Google Shape;1875;p20"/>
          <p:cNvSpPr txBox="1"/>
          <p:nvPr>
            <p:ph type="title"/>
          </p:nvPr>
        </p:nvSpPr>
        <p:spPr>
          <a:xfrm>
            <a:off x="506900" y="200375"/>
            <a:ext cx="10720800" cy="1547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nl-NL" sz="2400"/>
              <a:t>How do social networks respond to external stimuli and how robust are our beliefs?</a:t>
            </a:r>
            <a:r>
              <a:rPr lang="nl-NL" sz="2400"/>
              <a:t> </a:t>
            </a:r>
            <a:endParaRPr/>
          </a:p>
        </p:txBody>
      </p:sp>
      <p:sp>
        <p:nvSpPr>
          <p:cNvPr id="1876" name="Google Shape;1876;p20"/>
          <p:cNvSpPr txBox="1"/>
          <p:nvPr>
            <p:ph idx="1" type="body"/>
          </p:nvPr>
        </p:nvSpPr>
        <p:spPr>
          <a:xfrm>
            <a:off x="545900" y="2778300"/>
            <a:ext cx="10598400" cy="715800"/>
          </a:xfrm>
          <a:prstGeom prst="rect">
            <a:avLst/>
          </a:prstGeom>
        </p:spPr>
        <p:txBody>
          <a:bodyPr anchorCtr="0" anchor="t" bIns="0" lIns="0" spcFirstLastPara="1" rIns="0" wrap="square" tIns="0">
            <a:normAutofit/>
          </a:bodyPr>
          <a:lstStyle/>
          <a:p>
            <a:pPr indent="0" lvl="0" marL="0" rtl="0" algn="l">
              <a:spcBef>
                <a:spcPts val="600"/>
              </a:spcBef>
              <a:spcAft>
                <a:spcPts val="600"/>
              </a:spcAft>
              <a:buNone/>
            </a:pPr>
            <a:r>
              <a:rPr lang="nl-NL" sz="1800"/>
              <a:t>In recent years, d</a:t>
            </a:r>
            <a:r>
              <a:rPr lang="nl-NL" sz="1800"/>
              <a:t>isinformation, misinformation, and fake news are becoming an increasingly pressing issue, spread by social media and </a:t>
            </a:r>
            <a:r>
              <a:rPr lang="nl-NL" sz="1800"/>
              <a:t>artificial</a:t>
            </a:r>
            <a:r>
              <a:rPr lang="nl-NL" sz="1800"/>
              <a:t> </a:t>
            </a:r>
            <a:r>
              <a:rPr lang="nl-NL" sz="1800"/>
              <a:t>intelligence</a:t>
            </a:r>
            <a:r>
              <a:rPr lang="nl-NL" sz="1800"/>
              <a:t> </a:t>
            </a:r>
            <a:r>
              <a:rPr lang="nl-NL" sz="1800"/>
              <a:t>generators. </a:t>
            </a:r>
            <a:endParaRPr sz="1800"/>
          </a:p>
        </p:txBody>
      </p:sp>
      <p:sp>
        <p:nvSpPr>
          <p:cNvPr id="1877" name="Google Shape;1877;p20"/>
          <p:cNvSpPr txBox="1"/>
          <p:nvPr/>
        </p:nvSpPr>
        <p:spPr>
          <a:xfrm>
            <a:off x="484700" y="3888400"/>
            <a:ext cx="10720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800">
                <a:solidFill>
                  <a:schemeClr val="dk1"/>
                </a:solidFill>
                <a:latin typeface="Times New Roman"/>
                <a:ea typeface="Times New Roman"/>
                <a:cs typeface="Times New Roman"/>
                <a:sym typeface="Times New Roman"/>
              </a:rPr>
              <a:t>This project aimed to investigate the sudden transition </a:t>
            </a:r>
            <a:r>
              <a:rPr lang="nl-NL" sz="1800">
                <a:solidFill>
                  <a:schemeClr val="dk1"/>
                </a:solidFill>
                <a:latin typeface="Times New Roman"/>
                <a:ea typeface="Times New Roman"/>
                <a:cs typeface="Times New Roman"/>
                <a:sym typeface="Times New Roman"/>
              </a:rPr>
              <a:t>characteristics</a:t>
            </a:r>
            <a:r>
              <a:rPr lang="nl-NL" sz="1800">
                <a:solidFill>
                  <a:schemeClr val="dk1"/>
                </a:solidFill>
                <a:latin typeface="Times New Roman"/>
                <a:ea typeface="Times New Roman"/>
                <a:cs typeface="Times New Roman"/>
                <a:sym typeface="Times New Roman"/>
              </a:rPr>
              <a:t> from neutrality or consensus to bimodal polarisation to draw conclusions about disinformation spread in social networks.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2" name="Shape 1882"/>
        <p:cNvGrpSpPr/>
        <p:nvPr/>
      </p:nvGrpSpPr>
      <p:grpSpPr>
        <a:xfrm>
          <a:off x="0" y="0"/>
          <a:ext cx="0" cy="0"/>
          <a:chOff x="0" y="0"/>
          <a:chExt cx="0" cy="0"/>
        </a:xfrm>
      </p:grpSpPr>
      <p:sp>
        <p:nvSpPr>
          <p:cNvPr id="1883" name="Google Shape;1883;p21"/>
          <p:cNvSpPr txBox="1"/>
          <p:nvPr>
            <p:ph type="title"/>
          </p:nvPr>
        </p:nvSpPr>
        <p:spPr>
          <a:xfrm>
            <a:off x="652800" y="470050"/>
            <a:ext cx="7317900" cy="14286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i="1" lang="nl-NL" sz="3000">
                <a:solidFill>
                  <a:srgbClr val="BC0031"/>
                </a:solidFill>
              </a:rPr>
              <a:t>Modeling Disinformation Spread in Social Networks: Phase Transitions and Mean-Field Analysis</a:t>
            </a:r>
            <a:r>
              <a:rPr lang="nl-NL" sz="3000">
                <a:solidFill>
                  <a:srgbClr val="BC0031"/>
                </a:solidFill>
              </a:rPr>
              <a:t> (</a:t>
            </a:r>
            <a:r>
              <a:rPr lang="nl-NL" sz="3000"/>
              <a:t>Evangelatos 2025</a:t>
            </a:r>
            <a:r>
              <a:rPr lang="nl-NL" sz="3000">
                <a:solidFill>
                  <a:srgbClr val="BC0031"/>
                </a:solidFill>
              </a:rPr>
              <a:t>)</a:t>
            </a:r>
            <a:endParaRPr sz="3000">
              <a:solidFill>
                <a:srgbClr val="BC0031"/>
              </a:solidFill>
            </a:endParaRPr>
          </a:p>
        </p:txBody>
      </p:sp>
      <p:sp>
        <p:nvSpPr>
          <p:cNvPr id="1884" name="Google Shape;1884;p21"/>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885" name="Google Shape;1885;p21"/>
          <p:cNvSpPr txBox="1"/>
          <p:nvPr/>
        </p:nvSpPr>
        <p:spPr>
          <a:xfrm>
            <a:off x="607475" y="1975900"/>
            <a:ext cx="721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600">
                <a:solidFill>
                  <a:schemeClr val="dk1"/>
                </a:solidFill>
                <a:latin typeface="Times New Roman"/>
                <a:ea typeface="Times New Roman"/>
                <a:cs typeface="Times New Roman"/>
                <a:sym typeface="Times New Roman"/>
              </a:rPr>
              <a:t>Introduces statistical mechanics models to </a:t>
            </a:r>
            <a:r>
              <a:rPr lang="nl-NL" sz="1600">
                <a:solidFill>
                  <a:schemeClr val="dk1"/>
                </a:solidFill>
                <a:latin typeface="Times New Roman"/>
                <a:ea typeface="Times New Roman"/>
                <a:cs typeface="Times New Roman"/>
                <a:sym typeface="Times New Roman"/>
              </a:rPr>
              <a:t>understand</a:t>
            </a:r>
            <a:r>
              <a:rPr lang="nl-NL" sz="1600">
                <a:solidFill>
                  <a:schemeClr val="dk1"/>
                </a:solidFill>
                <a:latin typeface="Times New Roman"/>
                <a:ea typeface="Times New Roman"/>
                <a:cs typeface="Times New Roman"/>
                <a:sym typeface="Times New Roman"/>
              </a:rPr>
              <a:t> the spread of disinformation.</a:t>
            </a:r>
            <a:endParaRPr sz="1600">
              <a:solidFill>
                <a:schemeClr val="dk1"/>
              </a:solidFill>
              <a:latin typeface="Times New Roman"/>
              <a:ea typeface="Times New Roman"/>
              <a:cs typeface="Times New Roman"/>
              <a:sym typeface="Times New Roman"/>
            </a:endParaRPr>
          </a:p>
        </p:txBody>
      </p:sp>
      <p:sp>
        <p:nvSpPr>
          <p:cNvPr id="1886" name="Google Shape;1886;p21"/>
          <p:cNvSpPr txBox="1"/>
          <p:nvPr/>
        </p:nvSpPr>
        <p:spPr>
          <a:xfrm>
            <a:off x="479425" y="2672650"/>
            <a:ext cx="5783700" cy="20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nl-NL">
                <a:solidFill>
                  <a:schemeClr val="dk1"/>
                </a:solidFill>
                <a:latin typeface="Times New Roman"/>
                <a:ea typeface="Times New Roman"/>
                <a:cs typeface="Times New Roman"/>
                <a:sym typeface="Times New Roman"/>
              </a:rPr>
              <a:t>Magnetization in “three-state Ising model”</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nl-NL">
                <a:solidFill>
                  <a:schemeClr val="dk1"/>
                </a:solidFill>
                <a:latin typeface="Times New Roman"/>
                <a:ea typeface="Times New Roman"/>
                <a:cs typeface="Times New Roman"/>
                <a:sym typeface="Times New Roman"/>
              </a:rPr>
              <a:t>Heterogeneous</a:t>
            </a:r>
            <a:r>
              <a:rPr lang="nl-NL">
                <a:solidFill>
                  <a:schemeClr val="dk1"/>
                </a:solidFill>
                <a:latin typeface="Times New Roman"/>
                <a:ea typeface="Times New Roman"/>
                <a:cs typeface="Times New Roman"/>
                <a:sym typeface="Times New Roman"/>
              </a:rPr>
              <a:t> coupling strength.</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Static</a:t>
            </a:r>
            <a:r>
              <a:rPr lang="nl-NL">
                <a:solidFill>
                  <a:schemeClr val="dk1"/>
                </a:solidFill>
                <a:latin typeface="Times New Roman"/>
                <a:ea typeface="Times New Roman"/>
                <a:cs typeface="Times New Roman"/>
                <a:sym typeface="Times New Roman"/>
              </a:rPr>
              <a:t>, external field of influence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nl-NL">
                <a:solidFill>
                  <a:schemeClr val="dk1"/>
                </a:solidFill>
                <a:latin typeface="Times New Roman"/>
                <a:ea typeface="Times New Roman"/>
                <a:cs typeface="Times New Roman"/>
                <a:sym typeface="Times New Roman"/>
              </a:rPr>
              <a:t>Inverse temperature β</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nl-NL">
                <a:solidFill>
                  <a:schemeClr val="dk1"/>
                </a:solidFill>
                <a:latin typeface="Times New Roman"/>
                <a:ea typeface="Times New Roman"/>
                <a:cs typeface="Times New Roman"/>
                <a:sym typeface="Times New Roman"/>
              </a:rPr>
              <a:t>Memory coefficient </a:t>
            </a:r>
            <a:r>
              <a:rPr lang="nl-NL">
                <a:solidFill>
                  <a:srgbClr val="1A1A20"/>
                </a:solidFill>
                <a:highlight>
                  <a:schemeClr val="lt1"/>
                </a:highlight>
                <a:latin typeface="Times New Roman"/>
                <a:ea typeface="Times New Roman"/>
                <a:cs typeface="Times New Roman"/>
                <a:sym typeface="Times New Roman"/>
              </a:rPr>
              <a:t>μ and the idea of </a:t>
            </a:r>
            <a:r>
              <a:rPr b="1" lang="nl-NL">
                <a:solidFill>
                  <a:srgbClr val="1A1A20"/>
                </a:solidFill>
                <a:highlight>
                  <a:schemeClr val="lt1"/>
                </a:highlight>
                <a:latin typeface="Times New Roman"/>
                <a:ea typeface="Times New Roman"/>
                <a:cs typeface="Times New Roman"/>
                <a:sym typeface="Times New Roman"/>
              </a:rPr>
              <a:t>cognitive inertia.</a:t>
            </a:r>
            <a:endParaRPr b="1">
              <a:solidFill>
                <a:srgbClr val="1A1A20"/>
              </a:solidFill>
              <a:highlight>
                <a:schemeClr val="lt1"/>
              </a:highlight>
              <a:latin typeface="Times New Roman"/>
              <a:ea typeface="Times New Roman"/>
              <a:cs typeface="Times New Roman"/>
              <a:sym typeface="Times New Roman"/>
            </a:endParaRPr>
          </a:p>
          <a:p>
            <a:pPr indent="0" lvl="0" marL="457200" rtl="0" algn="l">
              <a:spcBef>
                <a:spcPts val="0"/>
              </a:spcBef>
              <a:spcAft>
                <a:spcPts val="0"/>
              </a:spcAft>
              <a:buNone/>
            </a:pPr>
            <a:r>
              <a:t/>
            </a:r>
            <a:endParaRPr>
              <a:solidFill>
                <a:srgbClr val="1A1A20"/>
              </a:solidFill>
              <a:highlight>
                <a:schemeClr val="lt1"/>
              </a:highlight>
              <a:latin typeface="Times New Roman"/>
              <a:ea typeface="Times New Roman"/>
              <a:cs typeface="Times New Roman"/>
              <a:sym typeface="Times New Roman"/>
            </a:endParaRPr>
          </a:p>
        </p:txBody>
      </p:sp>
      <p:sp>
        <p:nvSpPr>
          <p:cNvPr id="1887" name="Google Shape;1887;p21"/>
          <p:cNvSpPr txBox="1"/>
          <p:nvPr/>
        </p:nvSpPr>
        <p:spPr>
          <a:xfrm>
            <a:off x="652800" y="4359213"/>
            <a:ext cx="5610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a:solidFill>
                  <a:schemeClr val="dk1"/>
                </a:solidFill>
                <a:latin typeface="Times New Roman"/>
                <a:ea typeface="Times New Roman"/>
                <a:cs typeface="Times New Roman"/>
                <a:sym typeface="Times New Roman"/>
              </a:rPr>
              <a:t>(Finding) Higher memory coefficient reduce belief shifts, reinforcing polarization and undermining counter-disinformation efforts. </a:t>
            </a:r>
            <a:endParaRPr>
              <a:solidFill>
                <a:schemeClr val="dk1"/>
              </a:solidFill>
              <a:latin typeface="Times New Roman"/>
              <a:ea typeface="Times New Roman"/>
              <a:cs typeface="Times New Roman"/>
              <a:sym typeface="Times New Roman"/>
            </a:endParaRPr>
          </a:p>
        </p:txBody>
      </p:sp>
      <p:pic>
        <p:nvPicPr>
          <p:cNvPr id="1888" name="Google Shape;1888;p21"/>
          <p:cNvPicPr preferRelativeResize="0"/>
          <p:nvPr/>
        </p:nvPicPr>
        <p:blipFill>
          <a:blip r:embed="rId3">
            <a:alphaModFix/>
          </a:blip>
          <a:stretch>
            <a:fillRect/>
          </a:stretch>
        </p:blipFill>
        <p:spPr>
          <a:xfrm>
            <a:off x="6694700" y="2924850"/>
            <a:ext cx="5279475" cy="3043950"/>
          </a:xfrm>
          <a:prstGeom prst="rect">
            <a:avLst/>
          </a:prstGeom>
          <a:noFill/>
          <a:ln>
            <a:noFill/>
          </a:ln>
        </p:spPr>
      </p:pic>
      <p:sp>
        <p:nvSpPr>
          <p:cNvPr id="1889" name="Google Shape;1889;p21"/>
          <p:cNvSpPr txBox="1"/>
          <p:nvPr/>
        </p:nvSpPr>
        <p:spPr>
          <a:xfrm>
            <a:off x="708800" y="5193175"/>
            <a:ext cx="5701200" cy="14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nl-NL">
                <a:solidFill>
                  <a:schemeClr val="dk1"/>
                </a:solidFill>
                <a:latin typeface="Times New Roman"/>
                <a:ea typeface="Times New Roman"/>
                <a:cs typeface="Times New Roman"/>
                <a:sym typeface="Times New Roman"/>
              </a:rPr>
              <a:t>L</a:t>
            </a:r>
            <a:r>
              <a:rPr lang="nl-NL" sz="1200">
                <a:solidFill>
                  <a:schemeClr val="dk1"/>
                </a:solidFill>
                <a:latin typeface="Times New Roman"/>
                <a:ea typeface="Times New Roman"/>
                <a:cs typeface="Times New Roman"/>
                <a:sym typeface="Times New Roman"/>
              </a:rPr>
              <a:t>imitations and assumptions of the model:</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nl-NL" sz="1200">
                <a:solidFill>
                  <a:schemeClr val="dk1"/>
                </a:solidFill>
                <a:latin typeface="Times New Roman"/>
                <a:ea typeface="Times New Roman"/>
                <a:cs typeface="Times New Roman"/>
                <a:sym typeface="Times New Roman"/>
              </a:rPr>
              <a:t>Goldfish population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nl-NL" sz="1200">
                <a:solidFill>
                  <a:schemeClr val="dk1"/>
                </a:solidFill>
                <a:latin typeface="Times New Roman"/>
                <a:ea typeface="Times New Roman"/>
                <a:cs typeface="Times New Roman"/>
                <a:sym typeface="Times New Roman"/>
              </a:rPr>
              <a:t>Simplified belief modeling (could have many more states)</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nl-NL" sz="1200">
                <a:solidFill>
                  <a:schemeClr val="dk1"/>
                </a:solidFill>
                <a:latin typeface="Times New Roman"/>
                <a:ea typeface="Times New Roman"/>
                <a:cs typeface="Times New Roman"/>
                <a:sym typeface="Times New Roman"/>
              </a:rPr>
              <a:t>Time independent (static) external field -&gt; Our addition: </a:t>
            </a:r>
            <a:r>
              <a:rPr b="1" lang="nl-NL" sz="1200">
                <a:solidFill>
                  <a:schemeClr val="dk1"/>
                </a:solidFill>
                <a:latin typeface="Times New Roman"/>
                <a:ea typeface="Times New Roman"/>
                <a:cs typeface="Times New Roman"/>
                <a:sym typeface="Times New Roman"/>
              </a:rPr>
              <a:t>Dynamic</a:t>
            </a:r>
            <a:r>
              <a:rPr lang="nl-NL" sz="1200">
                <a:solidFill>
                  <a:schemeClr val="dk1"/>
                </a:solidFill>
                <a:latin typeface="Times New Roman"/>
                <a:ea typeface="Times New Roman"/>
                <a:cs typeface="Times New Roman"/>
                <a:sym typeface="Times New Roman"/>
              </a:rPr>
              <a:t> external field</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nl-NL" sz="1200">
                <a:solidFill>
                  <a:schemeClr val="dk1"/>
                </a:solidFill>
                <a:latin typeface="Times New Roman"/>
                <a:ea typeface="Times New Roman"/>
                <a:cs typeface="Times New Roman"/>
                <a:sym typeface="Times New Roman"/>
              </a:rPr>
              <a:t>Assumption of a rational influence</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nl-NL" sz="1200">
                <a:solidFill>
                  <a:schemeClr val="dk1"/>
                </a:solidFill>
                <a:latin typeface="Times New Roman"/>
                <a:ea typeface="Times New Roman"/>
                <a:cs typeface="Times New Roman"/>
                <a:sym typeface="Times New Roman"/>
              </a:rPr>
              <a:t>No latency in the processing of infromation</a:t>
            </a:r>
            <a:endParaRPr sz="12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grpSp>
        <p:nvGrpSpPr>
          <p:cNvPr id="1895" name="Google Shape;1895;p22"/>
          <p:cNvGrpSpPr/>
          <p:nvPr/>
        </p:nvGrpSpPr>
        <p:grpSpPr>
          <a:xfrm>
            <a:off x="2016022" y="4343393"/>
            <a:ext cx="7455900" cy="839830"/>
            <a:chOff x="2016022" y="3581393"/>
            <a:chExt cx="7455900" cy="839830"/>
          </a:xfrm>
        </p:grpSpPr>
        <p:pic>
          <p:nvPicPr>
            <p:cNvPr id="1896" name="Google Shape;1896;p22"/>
            <p:cNvPicPr preferRelativeResize="0"/>
            <p:nvPr/>
          </p:nvPicPr>
          <p:blipFill>
            <a:blip r:embed="rId3">
              <a:alphaModFix/>
            </a:blip>
            <a:stretch>
              <a:fillRect/>
            </a:stretch>
          </p:blipFill>
          <p:spPr>
            <a:xfrm>
              <a:off x="4752000" y="3581393"/>
              <a:ext cx="197875" cy="253800"/>
            </a:xfrm>
            <a:prstGeom prst="rect">
              <a:avLst/>
            </a:prstGeom>
            <a:noFill/>
            <a:ln>
              <a:noFill/>
            </a:ln>
          </p:spPr>
        </p:pic>
        <p:sp>
          <p:nvSpPr>
            <p:cNvPr id="1897" name="Google Shape;1897;p22"/>
            <p:cNvSpPr txBox="1"/>
            <p:nvPr/>
          </p:nvSpPr>
          <p:spPr>
            <a:xfrm>
              <a:off x="2016022" y="3706923"/>
              <a:ext cx="7455900" cy="714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nl-NL" sz="1600">
                  <a:solidFill>
                    <a:schemeClr val="dk1"/>
                  </a:solidFill>
                  <a:latin typeface="Times New Roman"/>
                  <a:ea typeface="Times New Roman"/>
                  <a:cs typeface="Times New Roman"/>
                  <a:sym typeface="Times New Roman"/>
                </a:rPr>
                <a:t>H3:  Increase in cognitive inertia leads to 1) a decrease in adoption of disinformation after a propaganda event and 2) increased resilience of the network.</a:t>
              </a:r>
              <a:endParaRPr/>
            </a:p>
          </p:txBody>
        </p:sp>
      </p:grpSp>
      <p:sp>
        <p:nvSpPr>
          <p:cNvPr id="1898" name="Google Shape;1898;p22"/>
          <p:cNvSpPr txBox="1"/>
          <p:nvPr>
            <p:ph type="title"/>
          </p:nvPr>
        </p:nvSpPr>
        <p:spPr>
          <a:xfrm>
            <a:off x="489313" y="709200"/>
            <a:ext cx="11185200" cy="885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nl-NL"/>
              <a:t>Research </a:t>
            </a:r>
            <a:r>
              <a:rPr lang="nl-NL"/>
              <a:t>question</a:t>
            </a:r>
            <a:r>
              <a:rPr lang="nl-NL"/>
              <a:t> and hypotheses</a:t>
            </a:r>
            <a:endParaRPr/>
          </a:p>
        </p:txBody>
      </p:sp>
      <p:sp>
        <p:nvSpPr>
          <p:cNvPr id="1899" name="Google Shape;1899;p22"/>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00" name="Google Shape;1900;p22"/>
          <p:cNvSpPr txBox="1"/>
          <p:nvPr>
            <p:ph idx="1" type="body"/>
          </p:nvPr>
        </p:nvSpPr>
        <p:spPr>
          <a:xfrm>
            <a:off x="506575" y="1700014"/>
            <a:ext cx="11150700" cy="4677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None/>
            </a:pPr>
            <a:r>
              <a:rPr b="1" i="0" lang="nl-NL" sz="1700">
                <a:solidFill>
                  <a:srgbClr val="BC0031"/>
                </a:solidFill>
              </a:rPr>
              <a:t>RQ: How do propaganda events alter the critical threshold at which a social network transitions to a different belief state?</a:t>
            </a:r>
            <a:endParaRPr i="0"/>
          </a:p>
          <a:p>
            <a:pPr indent="0" lvl="0" marL="457200" rtl="0" algn="l">
              <a:lnSpc>
                <a:spcPct val="115000"/>
              </a:lnSpc>
              <a:spcBef>
                <a:spcPts val="0"/>
              </a:spcBef>
              <a:spcAft>
                <a:spcPts val="0"/>
              </a:spcAft>
              <a:buNone/>
            </a:pPr>
            <a:r>
              <a:t/>
            </a:r>
            <a:endParaRPr i="0"/>
          </a:p>
        </p:txBody>
      </p:sp>
      <p:cxnSp>
        <p:nvCxnSpPr>
          <p:cNvPr id="1901" name="Google Shape;1901;p22"/>
          <p:cNvCxnSpPr/>
          <p:nvPr/>
        </p:nvCxnSpPr>
        <p:spPr>
          <a:xfrm>
            <a:off x="3907254" y="4801629"/>
            <a:ext cx="1302900" cy="0"/>
          </a:xfrm>
          <a:prstGeom prst="straightConnector1">
            <a:avLst/>
          </a:prstGeom>
          <a:noFill/>
          <a:ln cap="flat" cmpd="sng" w="9525">
            <a:solidFill>
              <a:schemeClr val="dk2"/>
            </a:solidFill>
            <a:prstDash val="solid"/>
            <a:round/>
            <a:headEnd len="med" w="med" type="none"/>
            <a:tailEnd len="med" w="med" type="none"/>
          </a:ln>
        </p:spPr>
      </p:cxnSp>
      <p:sp>
        <p:nvSpPr>
          <p:cNvPr id="1902" name="Google Shape;1902;p22"/>
          <p:cNvSpPr txBox="1"/>
          <p:nvPr/>
        </p:nvSpPr>
        <p:spPr>
          <a:xfrm>
            <a:off x="1999650" y="3598175"/>
            <a:ext cx="7849800" cy="714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nl-NL" sz="1600">
                <a:solidFill>
                  <a:schemeClr val="dk1"/>
                </a:solidFill>
                <a:latin typeface="Times New Roman"/>
                <a:ea typeface="Times New Roman"/>
                <a:cs typeface="Times New Roman"/>
                <a:sym typeface="Times New Roman"/>
              </a:rPr>
              <a:t>H2: The Scale-Free networks are less resilient to propaganda events than Small-World or Erdos-Renyi.</a:t>
            </a:r>
            <a:endParaRPr sz="1600">
              <a:solidFill>
                <a:schemeClr val="dk1"/>
              </a:solidFill>
              <a:latin typeface="Times New Roman"/>
              <a:ea typeface="Times New Roman"/>
              <a:cs typeface="Times New Roman"/>
              <a:sym typeface="Times New Roman"/>
            </a:endParaRPr>
          </a:p>
        </p:txBody>
      </p:sp>
      <p:grpSp>
        <p:nvGrpSpPr>
          <p:cNvPr id="1903" name="Google Shape;1903;p22"/>
          <p:cNvGrpSpPr/>
          <p:nvPr/>
        </p:nvGrpSpPr>
        <p:grpSpPr>
          <a:xfrm>
            <a:off x="2004200" y="2919175"/>
            <a:ext cx="7250400" cy="665528"/>
            <a:chOff x="2004200" y="2080975"/>
            <a:chExt cx="7250400" cy="665528"/>
          </a:xfrm>
        </p:grpSpPr>
        <p:pic>
          <p:nvPicPr>
            <p:cNvPr id="1904" name="Google Shape;1904;p22"/>
            <p:cNvPicPr preferRelativeResize="0"/>
            <p:nvPr/>
          </p:nvPicPr>
          <p:blipFill>
            <a:blip r:embed="rId4">
              <a:alphaModFix/>
            </a:blip>
            <a:stretch>
              <a:fillRect/>
            </a:stretch>
          </p:blipFill>
          <p:spPr>
            <a:xfrm>
              <a:off x="4656680" y="2438763"/>
              <a:ext cx="360000" cy="307739"/>
            </a:xfrm>
            <a:prstGeom prst="rect">
              <a:avLst/>
            </a:prstGeom>
            <a:noFill/>
            <a:ln>
              <a:noFill/>
            </a:ln>
          </p:spPr>
        </p:pic>
        <p:cxnSp>
          <p:nvCxnSpPr>
            <p:cNvPr id="1905" name="Google Shape;1905;p22"/>
            <p:cNvCxnSpPr/>
            <p:nvPr/>
          </p:nvCxnSpPr>
          <p:spPr>
            <a:xfrm>
              <a:off x="4049280" y="2424544"/>
              <a:ext cx="953400" cy="600"/>
            </a:xfrm>
            <a:prstGeom prst="straightConnector1">
              <a:avLst/>
            </a:prstGeom>
            <a:noFill/>
            <a:ln cap="flat" cmpd="sng" w="9525">
              <a:solidFill>
                <a:schemeClr val="dk2"/>
              </a:solidFill>
              <a:prstDash val="solid"/>
              <a:round/>
              <a:headEnd len="med" w="med" type="none"/>
              <a:tailEnd len="med" w="med" type="none"/>
            </a:ln>
          </p:spPr>
        </p:cxnSp>
        <p:sp>
          <p:nvSpPr>
            <p:cNvPr id="1906" name="Google Shape;1906;p22"/>
            <p:cNvSpPr txBox="1"/>
            <p:nvPr/>
          </p:nvSpPr>
          <p:spPr>
            <a:xfrm>
              <a:off x="2004200" y="2080975"/>
              <a:ext cx="7250400" cy="43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nl-NL" sz="1600">
                  <a:solidFill>
                    <a:schemeClr val="dk1"/>
                  </a:solidFill>
                  <a:latin typeface="Times New Roman"/>
                  <a:ea typeface="Times New Roman"/>
                  <a:cs typeface="Times New Roman"/>
                  <a:sym typeface="Times New Roman"/>
                </a:rPr>
                <a:t>H1:There exists a temperature threshold dividing order and chaos states.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23"/>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13" name="Google Shape;1913;p23"/>
          <p:cNvSpPr txBox="1"/>
          <p:nvPr>
            <p:ph type="title"/>
          </p:nvPr>
        </p:nvSpPr>
        <p:spPr>
          <a:xfrm>
            <a:off x="489445" y="461550"/>
            <a:ext cx="6188400" cy="88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nl-NL" sz="4000"/>
              <a:t>The extended Ising model</a:t>
            </a:r>
            <a:endParaRPr sz="2000"/>
          </a:p>
        </p:txBody>
      </p:sp>
      <p:pic>
        <p:nvPicPr>
          <p:cNvPr id="1914" name="Google Shape;1914;p23"/>
          <p:cNvPicPr preferRelativeResize="0"/>
          <p:nvPr/>
        </p:nvPicPr>
        <p:blipFill>
          <a:blip r:embed="rId3">
            <a:alphaModFix/>
          </a:blip>
          <a:stretch>
            <a:fillRect/>
          </a:stretch>
        </p:blipFill>
        <p:spPr>
          <a:xfrm>
            <a:off x="430565" y="1592250"/>
            <a:ext cx="4998329" cy="418042"/>
          </a:xfrm>
          <a:prstGeom prst="rect">
            <a:avLst/>
          </a:prstGeom>
          <a:noFill/>
          <a:ln>
            <a:noFill/>
          </a:ln>
        </p:spPr>
      </p:pic>
      <p:pic>
        <p:nvPicPr>
          <p:cNvPr id="1915" name="Google Shape;1915;p23"/>
          <p:cNvPicPr preferRelativeResize="0"/>
          <p:nvPr/>
        </p:nvPicPr>
        <p:blipFill>
          <a:blip r:embed="rId4">
            <a:alphaModFix/>
          </a:blip>
          <a:stretch>
            <a:fillRect/>
          </a:stretch>
        </p:blipFill>
        <p:spPr>
          <a:xfrm>
            <a:off x="472722" y="2458757"/>
            <a:ext cx="4925626" cy="339280"/>
          </a:xfrm>
          <a:prstGeom prst="rect">
            <a:avLst/>
          </a:prstGeom>
          <a:noFill/>
          <a:ln>
            <a:noFill/>
          </a:ln>
        </p:spPr>
      </p:pic>
      <p:pic>
        <p:nvPicPr>
          <p:cNvPr id="1916" name="Google Shape;1916;p23"/>
          <p:cNvPicPr preferRelativeResize="0"/>
          <p:nvPr/>
        </p:nvPicPr>
        <p:blipFill rotWithShape="1">
          <a:blip r:embed="rId5">
            <a:alphaModFix/>
          </a:blip>
          <a:srcRect b="4689" l="2155" r="2470" t="4951"/>
          <a:stretch/>
        </p:blipFill>
        <p:spPr>
          <a:xfrm>
            <a:off x="3049694" y="3716725"/>
            <a:ext cx="4788263" cy="1076370"/>
          </a:xfrm>
          <a:prstGeom prst="rect">
            <a:avLst/>
          </a:prstGeom>
          <a:noFill/>
          <a:ln>
            <a:noFill/>
          </a:ln>
        </p:spPr>
      </p:pic>
      <p:pic>
        <p:nvPicPr>
          <p:cNvPr id="1917" name="Google Shape;1917;p23"/>
          <p:cNvPicPr preferRelativeResize="0"/>
          <p:nvPr/>
        </p:nvPicPr>
        <p:blipFill rotWithShape="1">
          <a:blip r:embed="rId6">
            <a:alphaModFix/>
          </a:blip>
          <a:srcRect b="0" l="0" r="0" t="7774"/>
          <a:stretch/>
        </p:blipFill>
        <p:spPr>
          <a:xfrm>
            <a:off x="2939688" y="4910569"/>
            <a:ext cx="5513356" cy="782240"/>
          </a:xfrm>
          <a:prstGeom prst="rect">
            <a:avLst/>
          </a:prstGeom>
          <a:noFill/>
          <a:ln>
            <a:noFill/>
          </a:ln>
        </p:spPr>
      </p:pic>
      <p:pic>
        <p:nvPicPr>
          <p:cNvPr id="1918" name="Google Shape;1918;p23"/>
          <p:cNvPicPr preferRelativeResize="0"/>
          <p:nvPr/>
        </p:nvPicPr>
        <p:blipFill>
          <a:blip r:embed="rId7">
            <a:alphaModFix/>
          </a:blip>
          <a:stretch>
            <a:fillRect/>
          </a:stretch>
        </p:blipFill>
        <p:spPr>
          <a:xfrm>
            <a:off x="560247" y="5125622"/>
            <a:ext cx="2196573" cy="252348"/>
          </a:xfrm>
          <a:prstGeom prst="rect">
            <a:avLst/>
          </a:prstGeom>
          <a:noFill/>
          <a:ln>
            <a:noFill/>
          </a:ln>
        </p:spPr>
      </p:pic>
      <p:pic>
        <p:nvPicPr>
          <p:cNvPr id="1919" name="Google Shape;1919;p23"/>
          <p:cNvPicPr preferRelativeResize="0"/>
          <p:nvPr/>
        </p:nvPicPr>
        <p:blipFill>
          <a:blip r:embed="rId8">
            <a:alphaModFix/>
          </a:blip>
          <a:stretch>
            <a:fillRect/>
          </a:stretch>
        </p:blipFill>
        <p:spPr>
          <a:xfrm>
            <a:off x="418325" y="2010292"/>
            <a:ext cx="6567501" cy="460452"/>
          </a:xfrm>
          <a:prstGeom prst="rect">
            <a:avLst/>
          </a:prstGeom>
          <a:noFill/>
          <a:ln>
            <a:noFill/>
          </a:ln>
        </p:spPr>
      </p:pic>
      <p:pic>
        <p:nvPicPr>
          <p:cNvPr id="1920" name="Google Shape;1920;p23"/>
          <p:cNvPicPr preferRelativeResize="0"/>
          <p:nvPr/>
        </p:nvPicPr>
        <p:blipFill>
          <a:blip r:embed="rId9">
            <a:alphaModFix/>
          </a:blip>
          <a:stretch>
            <a:fillRect/>
          </a:stretch>
        </p:blipFill>
        <p:spPr>
          <a:xfrm>
            <a:off x="1258772" y="4145009"/>
            <a:ext cx="1350747" cy="277932"/>
          </a:xfrm>
          <a:prstGeom prst="rect">
            <a:avLst/>
          </a:prstGeom>
          <a:noFill/>
          <a:ln>
            <a:noFill/>
          </a:ln>
        </p:spPr>
      </p:pic>
      <p:pic>
        <p:nvPicPr>
          <p:cNvPr id="1921" name="Google Shape;1921;p23"/>
          <p:cNvPicPr preferRelativeResize="0"/>
          <p:nvPr/>
        </p:nvPicPr>
        <p:blipFill>
          <a:blip r:embed="rId10">
            <a:alphaModFix/>
          </a:blip>
          <a:stretch>
            <a:fillRect/>
          </a:stretch>
        </p:blipFill>
        <p:spPr>
          <a:xfrm>
            <a:off x="8181575" y="495675"/>
            <a:ext cx="3553219" cy="446075"/>
          </a:xfrm>
          <a:prstGeom prst="rect">
            <a:avLst/>
          </a:prstGeom>
          <a:noFill/>
          <a:ln>
            <a:noFill/>
          </a:ln>
        </p:spPr>
      </p:pic>
      <p:pic>
        <p:nvPicPr>
          <p:cNvPr id="1922" name="Google Shape;1922;p23"/>
          <p:cNvPicPr preferRelativeResize="0"/>
          <p:nvPr/>
        </p:nvPicPr>
        <p:blipFill>
          <a:blip r:embed="rId11">
            <a:alphaModFix/>
          </a:blip>
          <a:stretch>
            <a:fillRect/>
          </a:stretch>
        </p:blipFill>
        <p:spPr>
          <a:xfrm>
            <a:off x="8247422" y="944580"/>
            <a:ext cx="3484000" cy="446075"/>
          </a:xfrm>
          <a:prstGeom prst="rect">
            <a:avLst/>
          </a:prstGeom>
          <a:noFill/>
          <a:ln>
            <a:noFill/>
          </a:ln>
        </p:spPr>
      </p:pic>
      <p:pic>
        <p:nvPicPr>
          <p:cNvPr id="1923" name="Google Shape;1923;p23"/>
          <p:cNvPicPr preferRelativeResize="0"/>
          <p:nvPr/>
        </p:nvPicPr>
        <p:blipFill>
          <a:blip r:embed="rId12">
            <a:alphaModFix/>
          </a:blip>
          <a:stretch>
            <a:fillRect/>
          </a:stretch>
        </p:blipFill>
        <p:spPr>
          <a:xfrm>
            <a:off x="666895" y="5794965"/>
            <a:ext cx="7469001" cy="312159"/>
          </a:xfrm>
          <a:prstGeom prst="rect">
            <a:avLst/>
          </a:prstGeom>
          <a:noFill/>
          <a:ln>
            <a:noFill/>
          </a:ln>
        </p:spPr>
      </p:pic>
      <p:sp>
        <p:nvSpPr>
          <p:cNvPr id="1924" name="Google Shape;1924;p23"/>
          <p:cNvSpPr txBox="1"/>
          <p:nvPr/>
        </p:nvSpPr>
        <p:spPr>
          <a:xfrm>
            <a:off x="3446399" y="137852"/>
            <a:ext cx="3483900" cy="43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nl-NL" sz="1600">
                <a:solidFill>
                  <a:schemeClr val="dk1"/>
                </a:solidFill>
                <a:latin typeface="Times New Roman"/>
                <a:ea typeface="Times New Roman"/>
                <a:cs typeface="Times New Roman"/>
                <a:sym typeface="Times New Roman"/>
              </a:rPr>
              <a:t>* also known as the Potts model</a:t>
            </a:r>
            <a:endParaRPr/>
          </a:p>
        </p:txBody>
      </p:sp>
      <p:sp>
        <p:nvSpPr>
          <p:cNvPr id="1925" name="Google Shape;1925;p23"/>
          <p:cNvSpPr txBox="1"/>
          <p:nvPr/>
        </p:nvSpPr>
        <p:spPr>
          <a:xfrm>
            <a:off x="5985025" y="377300"/>
            <a:ext cx="1294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NL" sz="2500">
                <a:solidFill>
                  <a:srgbClr val="BC0031"/>
                </a:solidFill>
                <a:latin typeface="Times New Roman"/>
                <a:ea typeface="Times New Roman"/>
                <a:cs typeface="Times New Roman"/>
                <a:sym typeface="Times New Roman"/>
              </a:rPr>
              <a:t>*</a:t>
            </a:r>
            <a:endParaRPr sz="2500"/>
          </a:p>
        </p:txBody>
      </p:sp>
      <p:pic>
        <p:nvPicPr>
          <p:cNvPr id="1926" name="Google Shape;1926;p23"/>
          <p:cNvPicPr preferRelativeResize="0"/>
          <p:nvPr/>
        </p:nvPicPr>
        <p:blipFill>
          <a:blip r:embed="rId13">
            <a:alphaModFix/>
          </a:blip>
          <a:stretch>
            <a:fillRect/>
          </a:stretch>
        </p:blipFill>
        <p:spPr>
          <a:xfrm>
            <a:off x="9814827" y="4656148"/>
            <a:ext cx="1615543" cy="986075"/>
          </a:xfrm>
          <a:prstGeom prst="rect">
            <a:avLst/>
          </a:prstGeom>
          <a:noFill/>
          <a:ln>
            <a:noFill/>
          </a:ln>
        </p:spPr>
      </p:pic>
      <p:pic>
        <p:nvPicPr>
          <p:cNvPr id="1927" name="Google Shape;1927;p23"/>
          <p:cNvPicPr preferRelativeResize="0"/>
          <p:nvPr/>
        </p:nvPicPr>
        <p:blipFill rotWithShape="1">
          <a:blip r:embed="rId14">
            <a:alphaModFix/>
          </a:blip>
          <a:srcRect b="26092" l="0" r="0" t="28623"/>
          <a:stretch/>
        </p:blipFill>
        <p:spPr>
          <a:xfrm>
            <a:off x="10058923" y="5662000"/>
            <a:ext cx="1127365" cy="510500"/>
          </a:xfrm>
          <a:prstGeom prst="rect">
            <a:avLst/>
          </a:prstGeom>
          <a:noFill/>
          <a:ln>
            <a:noFill/>
          </a:ln>
        </p:spPr>
      </p:pic>
      <p:sp>
        <p:nvSpPr>
          <p:cNvPr id="1928" name="Google Shape;1928;p23"/>
          <p:cNvSpPr txBox="1"/>
          <p:nvPr/>
        </p:nvSpPr>
        <p:spPr>
          <a:xfrm>
            <a:off x="9814825" y="3941025"/>
            <a:ext cx="19050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nl-NL" sz="1600">
                <a:solidFill>
                  <a:schemeClr val="dk1"/>
                </a:solidFill>
                <a:latin typeface="Times New Roman"/>
                <a:ea typeface="Times New Roman"/>
                <a:cs typeface="Times New Roman"/>
                <a:sym typeface="Times New Roman"/>
              </a:rPr>
              <a:t>Implemented using JAX for efficiency</a:t>
            </a:r>
            <a:endParaRPr sz="16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24"/>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35" name="Google Shape;1935;p24"/>
          <p:cNvSpPr txBox="1"/>
          <p:nvPr>
            <p:ph type="title"/>
          </p:nvPr>
        </p:nvSpPr>
        <p:spPr>
          <a:xfrm>
            <a:off x="503388" y="589975"/>
            <a:ext cx="11185200" cy="885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nl-NL" sz="3000"/>
              <a:t>Magnetisation</a:t>
            </a:r>
            <a:endParaRPr sz="3000"/>
          </a:p>
        </p:txBody>
      </p:sp>
      <p:sp>
        <p:nvSpPr>
          <p:cNvPr id="1936" name="Google Shape;1936;p24"/>
          <p:cNvSpPr txBox="1"/>
          <p:nvPr/>
        </p:nvSpPr>
        <p:spPr>
          <a:xfrm>
            <a:off x="479425" y="1475575"/>
            <a:ext cx="100077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600">
                <a:solidFill>
                  <a:schemeClr val="dk1"/>
                </a:solidFill>
                <a:latin typeface="Times New Roman"/>
                <a:ea typeface="Times New Roman"/>
                <a:cs typeface="Times New Roman"/>
                <a:sym typeface="Times New Roman"/>
              </a:rPr>
              <a:t>Magnetization (m) - our primary metric for quantifying global alignment of beliefs, representing the overall tendency to adopt or reject disinformation.</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b="1" lang="nl-NL" sz="1600">
                <a:solidFill>
                  <a:schemeClr val="dk1"/>
                </a:solidFill>
                <a:latin typeface="Times New Roman"/>
                <a:ea typeface="Times New Roman"/>
                <a:cs typeface="Times New Roman"/>
                <a:sym typeface="Times New Roman"/>
              </a:rPr>
              <a:t>m = -1:</a:t>
            </a:r>
            <a:r>
              <a:rPr lang="nl-NL" sz="1600">
                <a:solidFill>
                  <a:schemeClr val="dk1"/>
                </a:solidFill>
                <a:latin typeface="Times New Roman"/>
                <a:ea typeface="Times New Roman"/>
                <a:cs typeface="Times New Roman"/>
                <a:sym typeface="Times New Roman"/>
              </a:rPr>
              <a:t> Universal rejection. The entire population maintains the initial belief</a:t>
            </a:r>
            <a:endParaRPr sz="16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b="1" lang="nl-NL" sz="1600">
                <a:solidFill>
                  <a:schemeClr val="dk1"/>
                </a:solidFill>
                <a:latin typeface="Times New Roman"/>
                <a:ea typeface="Times New Roman"/>
                <a:cs typeface="Times New Roman"/>
                <a:sym typeface="Times New Roman"/>
              </a:rPr>
              <a:t>    m = +1:</a:t>
            </a:r>
            <a:r>
              <a:rPr lang="nl-NL" sz="1600">
                <a:solidFill>
                  <a:schemeClr val="dk1"/>
                </a:solidFill>
                <a:latin typeface="Times New Roman"/>
                <a:ea typeface="Times New Roman"/>
                <a:cs typeface="Times New Roman"/>
                <a:sym typeface="Times New Roman"/>
              </a:rPr>
              <a:t> Universal adoption. The entire population has adopted the propaganda.</a:t>
            </a:r>
            <a:endParaRPr b="1" sz="1600">
              <a:solidFill>
                <a:schemeClr val="dk1"/>
              </a:solidFill>
              <a:latin typeface="Times New Roman"/>
              <a:ea typeface="Times New Roman"/>
              <a:cs typeface="Times New Roman"/>
              <a:sym typeface="Times New Roman"/>
            </a:endParaRPr>
          </a:p>
        </p:txBody>
      </p:sp>
      <p:pic>
        <p:nvPicPr>
          <p:cNvPr id="1937" name="Google Shape;1937;p24"/>
          <p:cNvPicPr preferRelativeResize="0"/>
          <p:nvPr/>
        </p:nvPicPr>
        <p:blipFill>
          <a:blip r:embed="rId3">
            <a:alphaModFix/>
          </a:blip>
          <a:stretch>
            <a:fillRect/>
          </a:stretch>
        </p:blipFill>
        <p:spPr>
          <a:xfrm>
            <a:off x="4144899" y="2293963"/>
            <a:ext cx="3098900" cy="917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2" name="Shape 1942"/>
        <p:cNvGrpSpPr/>
        <p:nvPr/>
      </p:nvGrpSpPr>
      <p:grpSpPr>
        <a:xfrm>
          <a:off x="0" y="0"/>
          <a:ext cx="0" cy="0"/>
          <a:chOff x="0" y="0"/>
          <a:chExt cx="0" cy="0"/>
        </a:xfrm>
      </p:grpSpPr>
      <p:sp>
        <p:nvSpPr>
          <p:cNvPr id="1943" name="Google Shape;1943;p25"/>
          <p:cNvSpPr txBox="1"/>
          <p:nvPr>
            <p:ph idx="1" type="body"/>
          </p:nvPr>
        </p:nvSpPr>
        <p:spPr>
          <a:xfrm>
            <a:off x="718800" y="5476246"/>
            <a:ext cx="3103200" cy="306000"/>
          </a:xfrm>
          <a:prstGeom prst="rect">
            <a:avLst/>
          </a:prstGeom>
        </p:spPr>
        <p:txBody>
          <a:bodyPr anchorCtr="0" anchor="t" bIns="0" lIns="0" spcFirstLastPara="1" rIns="0" wrap="square" tIns="0">
            <a:noAutofit/>
          </a:bodyPr>
          <a:lstStyle/>
          <a:p>
            <a:pPr indent="0" lvl="0" marL="0" rtl="0" algn="ctr">
              <a:spcBef>
                <a:spcPts val="600"/>
              </a:spcBef>
              <a:spcAft>
                <a:spcPts val="600"/>
              </a:spcAft>
              <a:buNone/>
            </a:pPr>
            <a:r>
              <a:rPr lang="nl-NL"/>
              <a:t>Erdos-Renyi</a:t>
            </a:r>
            <a:endParaRPr/>
          </a:p>
        </p:txBody>
      </p:sp>
      <p:sp>
        <p:nvSpPr>
          <p:cNvPr id="1944" name="Google Shape;1944;p25"/>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45" name="Google Shape;1945;p25"/>
          <p:cNvSpPr txBox="1"/>
          <p:nvPr>
            <p:ph type="title"/>
          </p:nvPr>
        </p:nvSpPr>
        <p:spPr>
          <a:xfrm>
            <a:off x="503388" y="739900"/>
            <a:ext cx="11185200" cy="885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nl-NL" sz="4300"/>
              <a:t>Topologies of interest</a:t>
            </a:r>
            <a:endParaRPr sz="2000"/>
          </a:p>
        </p:txBody>
      </p:sp>
      <p:sp>
        <p:nvSpPr>
          <p:cNvPr id="1946" name="Google Shape;1946;p25"/>
          <p:cNvSpPr txBox="1"/>
          <p:nvPr>
            <p:ph idx="6" type="body"/>
          </p:nvPr>
        </p:nvSpPr>
        <p:spPr>
          <a:xfrm>
            <a:off x="4544400" y="5476246"/>
            <a:ext cx="3103200" cy="306000"/>
          </a:xfrm>
          <a:prstGeom prst="rect">
            <a:avLst/>
          </a:prstGeom>
        </p:spPr>
        <p:txBody>
          <a:bodyPr anchorCtr="0" anchor="t" bIns="0" lIns="0" spcFirstLastPara="1" rIns="0" wrap="square" tIns="0">
            <a:noAutofit/>
          </a:bodyPr>
          <a:lstStyle/>
          <a:p>
            <a:pPr indent="0" lvl="0" marL="0" rtl="0" algn="ctr">
              <a:spcBef>
                <a:spcPts val="600"/>
              </a:spcBef>
              <a:spcAft>
                <a:spcPts val="600"/>
              </a:spcAft>
              <a:buNone/>
            </a:pPr>
            <a:r>
              <a:rPr lang="nl-NL"/>
              <a:t>Small-world</a:t>
            </a:r>
            <a:endParaRPr/>
          </a:p>
        </p:txBody>
      </p:sp>
      <p:sp>
        <p:nvSpPr>
          <p:cNvPr id="1947" name="Google Shape;1947;p25"/>
          <p:cNvSpPr txBox="1"/>
          <p:nvPr>
            <p:ph idx="8" type="body"/>
          </p:nvPr>
        </p:nvSpPr>
        <p:spPr>
          <a:xfrm>
            <a:off x="8370000" y="5424746"/>
            <a:ext cx="3103200" cy="306000"/>
          </a:xfrm>
          <a:prstGeom prst="rect">
            <a:avLst/>
          </a:prstGeom>
        </p:spPr>
        <p:txBody>
          <a:bodyPr anchorCtr="0" anchor="t" bIns="0" lIns="0" spcFirstLastPara="1" rIns="0" wrap="square" tIns="0">
            <a:noAutofit/>
          </a:bodyPr>
          <a:lstStyle/>
          <a:p>
            <a:pPr indent="0" lvl="0" marL="0" rtl="0" algn="ctr">
              <a:spcBef>
                <a:spcPts val="600"/>
              </a:spcBef>
              <a:spcAft>
                <a:spcPts val="600"/>
              </a:spcAft>
              <a:buNone/>
            </a:pPr>
            <a:r>
              <a:rPr lang="nl-NL"/>
              <a:t>Scale-free</a:t>
            </a:r>
            <a:endParaRPr/>
          </a:p>
        </p:txBody>
      </p:sp>
      <p:pic>
        <p:nvPicPr>
          <p:cNvPr id="1948" name="Google Shape;1948;p25"/>
          <p:cNvPicPr preferRelativeResize="0"/>
          <p:nvPr/>
        </p:nvPicPr>
        <p:blipFill>
          <a:blip r:embed="rId3">
            <a:alphaModFix/>
          </a:blip>
          <a:stretch>
            <a:fillRect/>
          </a:stretch>
        </p:blipFill>
        <p:spPr>
          <a:xfrm>
            <a:off x="520063" y="2671775"/>
            <a:ext cx="3503076" cy="2459200"/>
          </a:xfrm>
          <a:prstGeom prst="rect">
            <a:avLst/>
          </a:prstGeom>
          <a:noFill/>
          <a:ln>
            <a:noFill/>
          </a:ln>
        </p:spPr>
      </p:pic>
      <p:pic>
        <p:nvPicPr>
          <p:cNvPr id="1949" name="Google Shape;1949;p25"/>
          <p:cNvPicPr preferRelativeResize="0"/>
          <p:nvPr/>
        </p:nvPicPr>
        <p:blipFill>
          <a:blip r:embed="rId4">
            <a:alphaModFix/>
          </a:blip>
          <a:stretch>
            <a:fillRect/>
          </a:stretch>
        </p:blipFill>
        <p:spPr>
          <a:xfrm>
            <a:off x="8171425" y="2642662"/>
            <a:ext cx="3503076" cy="2517425"/>
          </a:xfrm>
          <a:prstGeom prst="rect">
            <a:avLst/>
          </a:prstGeom>
          <a:noFill/>
          <a:ln>
            <a:noFill/>
          </a:ln>
        </p:spPr>
      </p:pic>
      <p:pic>
        <p:nvPicPr>
          <p:cNvPr id="1950" name="Google Shape;1950;p25"/>
          <p:cNvPicPr preferRelativeResize="0"/>
          <p:nvPr/>
        </p:nvPicPr>
        <p:blipFill>
          <a:blip r:embed="rId5">
            <a:alphaModFix/>
          </a:blip>
          <a:stretch>
            <a:fillRect/>
          </a:stretch>
        </p:blipFill>
        <p:spPr>
          <a:xfrm>
            <a:off x="4345750" y="2671775"/>
            <a:ext cx="3503076" cy="2459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5" name="Shape 1955"/>
        <p:cNvGrpSpPr/>
        <p:nvPr/>
      </p:nvGrpSpPr>
      <p:grpSpPr>
        <a:xfrm>
          <a:off x="0" y="0"/>
          <a:ext cx="0" cy="0"/>
          <a:chOff x="0" y="0"/>
          <a:chExt cx="0" cy="0"/>
        </a:xfrm>
      </p:grpSpPr>
      <p:pic>
        <p:nvPicPr>
          <p:cNvPr id="1956" name="Google Shape;1956;p26"/>
          <p:cNvPicPr preferRelativeResize="0"/>
          <p:nvPr/>
        </p:nvPicPr>
        <p:blipFill>
          <a:blip r:embed="rId3">
            <a:alphaModFix/>
          </a:blip>
          <a:stretch>
            <a:fillRect/>
          </a:stretch>
        </p:blipFill>
        <p:spPr>
          <a:xfrm>
            <a:off x="11135399" y="143999"/>
            <a:ext cx="1056600" cy="1015548"/>
          </a:xfrm>
          <a:prstGeom prst="rect">
            <a:avLst/>
          </a:prstGeom>
          <a:noFill/>
          <a:ln>
            <a:noFill/>
          </a:ln>
        </p:spPr>
      </p:pic>
      <p:sp>
        <p:nvSpPr>
          <p:cNvPr id="1957" name="Google Shape;1957;p26"/>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58" name="Google Shape;1958;p26"/>
          <p:cNvSpPr txBox="1"/>
          <p:nvPr>
            <p:ph type="title"/>
          </p:nvPr>
        </p:nvSpPr>
        <p:spPr>
          <a:xfrm>
            <a:off x="503398" y="208975"/>
            <a:ext cx="9317400" cy="885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nl-NL" sz="3000"/>
              <a:t>Example trajectories of the model</a:t>
            </a:r>
            <a:endParaRPr sz="3000"/>
          </a:p>
        </p:txBody>
      </p:sp>
      <p:pic>
        <p:nvPicPr>
          <p:cNvPr id="1959" name="Google Shape;1959;p26"/>
          <p:cNvPicPr preferRelativeResize="0"/>
          <p:nvPr/>
        </p:nvPicPr>
        <p:blipFill>
          <a:blip r:embed="rId4">
            <a:alphaModFix/>
          </a:blip>
          <a:stretch>
            <a:fillRect/>
          </a:stretch>
        </p:blipFill>
        <p:spPr>
          <a:xfrm>
            <a:off x="1759751" y="1535325"/>
            <a:ext cx="4089990" cy="2498251"/>
          </a:xfrm>
          <a:prstGeom prst="rect">
            <a:avLst/>
          </a:prstGeom>
          <a:noFill/>
          <a:ln>
            <a:noFill/>
          </a:ln>
        </p:spPr>
      </p:pic>
      <p:pic>
        <p:nvPicPr>
          <p:cNvPr id="1960" name="Google Shape;1960;p26"/>
          <p:cNvPicPr preferRelativeResize="0"/>
          <p:nvPr/>
        </p:nvPicPr>
        <p:blipFill>
          <a:blip r:embed="rId5">
            <a:alphaModFix/>
          </a:blip>
          <a:stretch>
            <a:fillRect/>
          </a:stretch>
        </p:blipFill>
        <p:spPr>
          <a:xfrm>
            <a:off x="1773275" y="4224429"/>
            <a:ext cx="4089990" cy="2494893"/>
          </a:xfrm>
          <a:prstGeom prst="rect">
            <a:avLst/>
          </a:prstGeom>
          <a:noFill/>
          <a:ln>
            <a:noFill/>
          </a:ln>
        </p:spPr>
      </p:pic>
      <p:pic>
        <p:nvPicPr>
          <p:cNvPr id="1961" name="Google Shape;1961;p26"/>
          <p:cNvPicPr preferRelativeResize="0"/>
          <p:nvPr/>
        </p:nvPicPr>
        <p:blipFill>
          <a:blip r:embed="rId6">
            <a:alphaModFix/>
          </a:blip>
          <a:stretch>
            <a:fillRect/>
          </a:stretch>
        </p:blipFill>
        <p:spPr>
          <a:xfrm>
            <a:off x="6488610" y="1537002"/>
            <a:ext cx="4089990" cy="2494893"/>
          </a:xfrm>
          <a:prstGeom prst="rect">
            <a:avLst/>
          </a:prstGeom>
          <a:noFill/>
          <a:ln>
            <a:noFill/>
          </a:ln>
        </p:spPr>
      </p:pic>
      <p:pic>
        <p:nvPicPr>
          <p:cNvPr id="1962" name="Google Shape;1962;p26"/>
          <p:cNvPicPr preferRelativeResize="0"/>
          <p:nvPr/>
        </p:nvPicPr>
        <p:blipFill>
          <a:blip r:embed="rId7">
            <a:alphaModFix/>
          </a:blip>
          <a:stretch>
            <a:fillRect/>
          </a:stretch>
        </p:blipFill>
        <p:spPr>
          <a:xfrm>
            <a:off x="6488608" y="4224428"/>
            <a:ext cx="4089990" cy="2494893"/>
          </a:xfrm>
          <a:prstGeom prst="rect">
            <a:avLst/>
          </a:prstGeom>
          <a:noFill/>
          <a:ln>
            <a:noFill/>
          </a:ln>
        </p:spPr>
      </p:pic>
      <p:sp>
        <p:nvSpPr>
          <p:cNvPr id="1963" name="Google Shape;1963;p26"/>
          <p:cNvSpPr txBox="1"/>
          <p:nvPr/>
        </p:nvSpPr>
        <p:spPr>
          <a:xfrm>
            <a:off x="479425" y="856025"/>
            <a:ext cx="852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600">
                <a:solidFill>
                  <a:schemeClr val="dk1"/>
                </a:solidFill>
                <a:latin typeface="Times New Roman"/>
                <a:ea typeface="Times New Roman"/>
                <a:cs typeface="Times New Roman"/>
                <a:sym typeface="Times New Roman"/>
              </a:rPr>
              <a:t>Model with random state initialisation and no external field for different values of β.</a:t>
            </a:r>
            <a:endParaRPr sz="1600">
              <a:solidFill>
                <a:schemeClr val="dk1"/>
              </a:solidFill>
              <a:latin typeface="Times New Roman"/>
              <a:ea typeface="Times New Roman"/>
              <a:cs typeface="Times New Roman"/>
              <a:sym typeface="Times New Roman"/>
            </a:endParaRPr>
          </a:p>
        </p:txBody>
      </p:sp>
      <p:sp>
        <p:nvSpPr>
          <p:cNvPr id="1964" name="Google Shape;1964;p26"/>
          <p:cNvSpPr txBox="1"/>
          <p:nvPr/>
        </p:nvSpPr>
        <p:spPr>
          <a:xfrm>
            <a:off x="10636500" y="3477700"/>
            <a:ext cx="17202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300">
                <a:solidFill>
                  <a:schemeClr val="dk1"/>
                </a:solidFill>
                <a:latin typeface="Times New Roman"/>
                <a:ea typeface="Times New Roman"/>
                <a:cs typeface="Times New Roman"/>
                <a:sym typeface="Times New Roman"/>
              </a:rPr>
              <a:t>Very high average magnetisation - one view will be completely adopted</a:t>
            </a:r>
            <a:endParaRPr sz="1100"/>
          </a:p>
        </p:txBody>
      </p:sp>
      <p:sp>
        <p:nvSpPr>
          <p:cNvPr id="1965" name="Google Shape;1965;p26"/>
          <p:cNvSpPr txBox="1"/>
          <p:nvPr/>
        </p:nvSpPr>
        <p:spPr>
          <a:xfrm>
            <a:off x="327900" y="2248625"/>
            <a:ext cx="10566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300">
                <a:solidFill>
                  <a:schemeClr val="dk1"/>
                </a:solidFill>
                <a:latin typeface="Times New Roman"/>
                <a:ea typeface="Times New Roman"/>
                <a:cs typeface="Times New Roman"/>
                <a:sym typeface="Times New Roman"/>
              </a:rPr>
              <a:t>State of chaos, uniform </a:t>
            </a:r>
            <a:r>
              <a:rPr lang="nl-NL" sz="1300">
                <a:solidFill>
                  <a:schemeClr val="dk1"/>
                </a:solidFill>
                <a:latin typeface="Times New Roman"/>
                <a:ea typeface="Times New Roman"/>
                <a:cs typeface="Times New Roman"/>
                <a:sym typeface="Times New Roman"/>
              </a:rPr>
              <a:t>distribution</a:t>
            </a:r>
            <a:r>
              <a:rPr lang="nl-NL" sz="1300">
                <a:solidFill>
                  <a:schemeClr val="dk1"/>
                </a:solidFill>
                <a:latin typeface="Times New Roman"/>
                <a:ea typeface="Times New Roman"/>
                <a:cs typeface="Times New Roman"/>
                <a:sym typeface="Times New Roman"/>
              </a:rPr>
              <a:t> of states</a:t>
            </a:r>
            <a:endParaRPr sz="1100"/>
          </a:p>
        </p:txBody>
      </p:sp>
      <p:sp>
        <p:nvSpPr>
          <p:cNvPr id="1966" name="Google Shape;1966;p26"/>
          <p:cNvSpPr txBox="1"/>
          <p:nvPr/>
        </p:nvSpPr>
        <p:spPr>
          <a:xfrm rot="-5400000">
            <a:off x="618825" y="2553683"/>
            <a:ext cx="1932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chemeClr val="dk1"/>
                </a:solidFill>
                <a:latin typeface="Times New Roman"/>
                <a:ea typeface="Times New Roman"/>
                <a:cs typeface="Times New Roman"/>
                <a:sym typeface="Times New Roman"/>
              </a:rPr>
              <a:t>High Temp, </a:t>
            </a:r>
            <a:r>
              <a:rPr b="1" lang="nl-NL" sz="1600">
                <a:solidFill>
                  <a:schemeClr val="dk1"/>
                </a:solidFill>
                <a:latin typeface="Times New Roman"/>
                <a:ea typeface="Times New Roman"/>
                <a:cs typeface="Times New Roman"/>
                <a:sym typeface="Times New Roman"/>
              </a:rPr>
              <a:t>β=0.3</a:t>
            </a:r>
            <a:endParaRPr b="1" sz="1600">
              <a:solidFill>
                <a:schemeClr val="dk1"/>
              </a:solidFill>
              <a:latin typeface="Times New Roman"/>
              <a:ea typeface="Times New Roman"/>
              <a:cs typeface="Times New Roman"/>
              <a:sym typeface="Times New Roman"/>
            </a:endParaRPr>
          </a:p>
        </p:txBody>
      </p:sp>
      <p:sp>
        <p:nvSpPr>
          <p:cNvPr id="1967" name="Google Shape;1967;p26"/>
          <p:cNvSpPr txBox="1"/>
          <p:nvPr/>
        </p:nvSpPr>
        <p:spPr>
          <a:xfrm rot="-5400000">
            <a:off x="237825" y="5095438"/>
            <a:ext cx="26514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chemeClr val="dk1"/>
                </a:solidFill>
                <a:latin typeface="Times New Roman"/>
                <a:ea typeface="Times New Roman"/>
                <a:cs typeface="Times New Roman"/>
                <a:sym typeface="Times New Roman"/>
              </a:rPr>
              <a:t>High / Med.</a:t>
            </a:r>
            <a:r>
              <a:rPr b="1" lang="nl-NL" sz="1600">
                <a:solidFill>
                  <a:schemeClr val="dk1"/>
                </a:solidFill>
                <a:latin typeface="Times New Roman"/>
                <a:ea typeface="Times New Roman"/>
                <a:cs typeface="Times New Roman"/>
                <a:sym typeface="Times New Roman"/>
              </a:rPr>
              <a:t> Temp, </a:t>
            </a:r>
            <a:r>
              <a:rPr b="1" lang="nl-NL" sz="1600">
                <a:solidFill>
                  <a:schemeClr val="dk1"/>
                </a:solidFill>
                <a:latin typeface="Times New Roman"/>
                <a:ea typeface="Times New Roman"/>
                <a:cs typeface="Times New Roman"/>
                <a:sym typeface="Times New Roman"/>
              </a:rPr>
              <a:t>β=0.9</a:t>
            </a:r>
            <a:endParaRPr b="1" sz="1600">
              <a:solidFill>
                <a:schemeClr val="dk1"/>
              </a:solidFill>
              <a:latin typeface="Times New Roman"/>
              <a:ea typeface="Times New Roman"/>
              <a:cs typeface="Times New Roman"/>
              <a:sym typeface="Times New Roman"/>
            </a:endParaRPr>
          </a:p>
        </p:txBody>
      </p:sp>
      <p:sp>
        <p:nvSpPr>
          <p:cNvPr id="1968" name="Google Shape;1968;p26"/>
          <p:cNvSpPr txBox="1"/>
          <p:nvPr/>
        </p:nvSpPr>
        <p:spPr>
          <a:xfrm rot="-5400000">
            <a:off x="4936525" y="2402713"/>
            <a:ext cx="26514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chemeClr val="dk1"/>
                </a:solidFill>
                <a:latin typeface="Times New Roman"/>
                <a:ea typeface="Times New Roman"/>
                <a:cs typeface="Times New Roman"/>
                <a:sym typeface="Times New Roman"/>
              </a:rPr>
              <a:t>Low/</a:t>
            </a:r>
            <a:r>
              <a:rPr b="1" lang="nl-NL" sz="1600">
                <a:solidFill>
                  <a:schemeClr val="dk1"/>
                </a:solidFill>
                <a:latin typeface="Times New Roman"/>
                <a:ea typeface="Times New Roman"/>
                <a:cs typeface="Times New Roman"/>
                <a:sym typeface="Times New Roman"/>
              </a:rPr>
              <a:t>Med. Temp, β=1.5</a:t>
            </a:r>
            <a:endParaRPr b="1" sz="1600">
              <a:solidFill>
                <a:schemeClr val="dk1"/>
              </a:solidFill>
              <a:latin typeface="Times New Roman"/>
              <a:ea typeface="Times New Roman"/>
              <a:cs typeface="Times New Roman"/>
              <a:sym typeface="Times New Roman"/>
            </a:endParaRPr>
          </a:p>
        </p:txBody>
      </p:sp>
      <p:sp>
        <p:nvSpPr>
          <p:cNvPr id="1969" name="Google Shape;1969;p26"/>
          <p:cNvSpPr txBox="1"/>
          <p:nvPr/>
        </p:nvSpPr>
        <p:spPr>
          <a:xfrm rot="-5400000">
            <a:off x="4955575" y="4624553"/>
            <a:ext cx="26514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chemeClr val="dk1"/>
                </a:solidFill>
                <a:latin typeface="Times New Roman"/>
                <a:ea typeface="Times New Roman"/>
                <a:cs typeface="Times New Roman"/>
                <a:sym typeface="Times New Roman"/>
              </a:rPr>
              <a:t>Low Temp, β=2</a:t>
            </a:r>
            <a:endParaRPr b="1" sz="1600">
              <a:solidFill>
                <a:schemeClr val="dk1"/>
              </a:solidFill>
              <a:latin typeface="Times New Roman"/>
              <a:ea typeface="Times New Roman"/>
              <a:cs typeface="Times New Roman"/>
              <a:sym typeface="Times New Roman"/>
            </a:endParaRPr>
          </a:p>
        </p:txBody>
      </p:sp>
      <p:sp>
        <p:nvSpPr>
          <p:cNvPr id="1970" name="Google Shape;1970;p26"/>
          <p:cNvSpPr txBox="1"/>
          <p:nvPr/>
        </p:nvSpPr>
        <p:spPr>
          <a:xfrm>
            <a:off x="340433" y="5165275"/>
            <a:ext cx="1056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300">
                <a:solidFill>
                  <a:schemeClr val="dk1"/>
                </a:solidFill>
                <a:latin typeface="Times New Roman"/>
                <a:ea typeface="Times New Roman"/>
                <a:cs typeface="Times New Roman"/>
                <a:sym typeface="Times New Roman"/>
              </a:rPr>
              <a:t>Patterns emerge</a:t>
            </a:r>
            <a:endParaRPr sz="1100"/>
          </a:p>
        </p:txBody>
      </p:sp>
      <p:sp>
        <p:nvSpPr>
          <p:cNvPr id="1971" name="Google Shape;1971;p26"/>
          <p:cNvSpPr txBox="1"/>
          <p:nvPr/>
        </p:nvSpPr>
        <p:spPr>
          <a:xfrm>
            <a:off x="9820800" y="305425"/>
            <a:ext cx="16425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NL" sz="1100">
                <a:solidFill>
                  <a:schemeClr val="dk1"/>
                </a:solidFill>
                <a:latin typeface="Times New Roman"/>
                <a:ea typeface="Times New Roman"/>
                <a:cs typeface="Times New Roman"/>
                <a:sym typeface="Times New Roman"/>
              </a:rPr>
              <a:t>background shows the percentage of nodes in each </a:t>
            </a:r>
            <a:r>
              <a:rPr lang="nl-NL" sz="1100">
                <a:solidFill>
                  <a:schemeClr val="dk1"/>
                </a:solidFill>
                <a:latin typeface="Times New Roman"/>
                <a:ea typeface="Times New Roman"/>
                <a:cs typeface="Times New Roman"/>
                <a:sym typeface="Times New Roman"/>
              </a:rPr>
              <a:t>belief</a:t>
            </a:r>
            <a:r>
              <a:rPr lang="nl-NL" sz="1100">
                <a:solidFill>
                  <a:schemeClr val="dk1"/>
                </a:solidFill>
                <a:latin typeface="Times New Roman"/>
                <a:ea typeface="Times New Roman"/>
                <a:cs typeface="Times New Roman"/>
                <a:sym typeface="Times New Roman"/>
              </a:rPr>
              <a:t> state</a:t>
            </a:r>
            <a:endParaRPr sz="900"/>
          </a:p>
        </p:txBody>
      </p:sp>
      <p:sp>
        <p:nvSpPr>
          <p:cNvPr id="1972" name="Google Shape;1972;p26"/>
          <p:cNvSpPr/>
          <p:nvPr/>
        </p:nvSpPr>
        <p:spPr>
          <a:xfrm flipH="1" rot="-3593260">
            <a:off x="9532113" y="1363621"/>
            <a:ext cx="1273494" cy="368863"/>
          </a:xfrm>
          <a:custGeom>
            <a:rect b="b" l="l" r="r" t="t"/>
            <a:pathLst>
              <a:path extrusionOk="0" h="48461" w="144713">
                <a:moveTo>
                  <a:pt x="0" y="48461"/>
                </a:moveTo>
                <a:cubicBezTo>
                  <a:pt x="6016" y="41331"/>
                  <a:pt x="11976" y="13759"/>
                  <a:pt x="36095" y="5682"/>
                </a:cubicBezTo>
                <a:cubicBezTo>
                  <a:pt x="60214" y="-2395"/>
                  <a:pt x="126610" y="947"/>
                  <a:pt x="144713" y="0"/>
                </a:cubicBezTo>
              </a:path>
            </a:pathLst>
          </a:custGeom>
          <a:noFill/>
          <a:ln cap="flat" cmpd="sng" w="19050">
            <a:solidFill>
              <a:schemeClr val="dk2"/>
            </a:solidFill>
            <a:prstDash val="solid"/>
            <a:round/>
            <a:headEnd len="med" w="med" type="oval"/>
            <a:tailEnd len="med" w="med" type="triangle"/>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pic>
        <p:nvPicPr>
          <p:cNvPr id="1978" name="Google Shape;1978;p27"/>
          <p:cNvPicPr preferRelativeResize="0"/>
          <p:nvPr/>
        </p:nvPicPr>
        <p:blipFill>
          <a:blip r:embed="rId3">
            <a:alphaModFix/>
          </a:blip>
          <a:stretch>
            <a:fillRect/>
          </a:stretch>
        </p:blipFill>
        <p:spPr>
          <a:xfrm>
            <a:off x="11135399" y="143999"/>
            <a:ext cx="1056600" cy="1015548"/>
          </a:xfrm>
          <a:prstGeom prst="rect">
            <a:avLst/>
          </a:prstGeom>
          <a:noFill/>
          <a:ln>
            <a:noFill/>
          </a:ln>
        </p:spPr>
      </p:pic>
      <p:sp>
        <p:nvSpPr>
          <p:cNvPr id="1979" name="Google Shape;1979;p27"/>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80" name="Google Shape;1980;p27"/>
          <p:cNvSpPr txBox="1"/>
          <p:nvPr>
            <p:ph type="title"/>
          </p:nvPr>
        </p:nvSpPr>
        <p:spPr>
          <a:xfrm>
            <a:off x="503398" y="208975"/>
            <a:ext cx="9317400" cy="885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nl-NL" sz="3000"/>
              <a:t>Example trajectories of the model</a:t>
            </a:r>
            <a:endParaRPr sz="3000"/>
          </a:p>
        </p:txBody>
      </p:sp>
      <p:pic>
        <p:nvPicPr>
          <p:cNvPr id="1981" name="Google Shape;1981;p27"/>
          <p:cNvPicPr preferRelativeResize="0"/>
          <p:nvPr/>
        </p:nvPicPr>
        <p:blipFill>
          <a:blip r:embed="rId4">
            <a:alphaModFix/>
          </a:blip>
          <a:stretch>
            <a:fillRect/>
          </a:stretch>
        </p:blipFill>
        <p:spPr>
          <a:xfrm>
            <a:off x="846425" y="2504400"/>
            <a:ext cx="4640601" cy="2834574"/>
          </a:xfrm>
          <a:prstGeom prst="rect">
            <a:avLst/>
          </a:prstGeom>
          <a:noFill/>
          <a:ln>
            <a:noFill/>
          </a:ln>
        </p:spPr>
      </p:pic>
      <p:pic>
        <p:nvPicPr>
          <p:cNvPr id="1982" name="Google Shape;1982;p27"/>
          <p:cNvPicPr preferRelativeResize="0"/>
          <p:nvPr/>
        </p:nvPicPr>
        <p:blipFill>
          <a:blip r:embed="rId5">
            <a:alphaModFix/>
          </a:blip>
          <a:stretch>
            <a:fillRect/>
          </a:stretch>
        </p:blipFill>
        <p:spPr>
          <a:xfrm>
            <a:off x="6371900" y="2504400"/>
            <a:ext cx="4468474" cy="2725743"/>
          </a:xfrm>
          <a:prstGeom prst="rect">
            <a:avLst/>
          </a:prstGeom>
          <a:noFill/>
          <a:ln>
            <a:noFill/>
          </a:ln>
        </p:spPr>
      </p:pic>
      <p:sp>
        <p:nvSpPr>
          <p:cNvPr id="1983" name="Google Shape;1983;p27"/>
          <p:cNvSpPr txBox="1"/>
          <p:nvPr/>
        </p:nvSpPr>
        <p:spPr>
          <a:xfrm>
            <a:off x="479425" y="856025"/>
            <a:ext cx="852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600">
                <a:solidFill>
                  <a:schemeClr val="dk1"/>
                </a:solidFill>
                <a:latin typeface="Times New Roman"/>
                <a:ea typeface="Times New Roman"/>
                <a:cs typeface="Times New Roman"/>
                <a:sym typeface="Times New Roman"/>
              </a:rPr>
              <a:t>Model with random state initialisation and no external field for different values of β.</a:t>
            </a:r>
            <a:endParaRPr sz="1600">
              <a:solidFill>
                <a:schemeClr val="dk1"/>
              </a:solidFill>
              <a:latin typeface="Times New Roman"/>
              <a:ea typeface="Times New Roman"/>
              <a:cs typeface="Times New Roman"/>
              <a:sym typeface="Times New Roman"/>
            </a:endParaRPr>
          </a:p>
        </p:txBody>
      </p:sp>
      <p:sp>
        <p:nvSpPr>
          <p:cNvPr id="1984" name="Google Shape;1984;p27"/>
          <p:cNvSpPr txBox="1"/>
          <p:nvPr/>
        </p:nvSpPr>
        <p:spPr>
          <a:xfrm>
            <a:off x="227375" y="1741825"/>
            <a:ext cx="10566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300">
                <a:solidFill>
                  <a:schemeClr val="dk1"/>
                </a:solidFill>
                <a:latin typeface="Times New Roman"/>
                <a:ea typeface="Times New Roman"/>
                <a:cs typeface="Times New Roman"/>
                <a:sym typeface="Times New Roman"/>
              </a:rPr>
              <a:t>State of chaos, uniform distribution of states</a:t>
            </a:r>
            <a:endParaRPr sz="1100"/>
          </a:p>
        </p:txBody>
      </p:sp>
      <p:sp>
        <p:nvSpPr>
          <p:cNvPr id="1985" name="Google Shape;1985;p27"/>
          <p:cNvSpPr txBox="1"/>
          <p:nvPr/>
        </p:nvSpPr>
        <p:spPr>
          <a:xfrm>
            <a:off x="2482550" y="2019283"/>
            <a:ext cx="1932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chemeClr val="dk1"/>
                </a:solidFill>
                <a:latin typeface="Times New Roman"/>
                <a:ea typeface="Times New Roman"/>
                <a:cs typeface="Times New Roman"/>
                <a:sym typeface="Times New Roman"/>
              </a:rPr>
              <a:t>High Temp, β=0.3</a:t>
            </a:r>
            <a:endParaRPr b="1" sz="1600">
              <a:solidFill>
                <a:schemeClr val="dk1"/>
              </a:solidFill>
              <a:latin typeface="Times New Roman"/>
              <a:ea typeface="Times New Roman"/>
              <a:cs typeface="Times New Roman"/>
              <a:sym typeface="Times New Roman"/>
            </a:endParaRPr>
          </a:p>
        </p:txBody>
      </p:sp>
      <p:sp>
        <p:nvSpPr>
          <p:cNvPr id="1986" name="Google Shape;1986;p27"/>
          <p:cNvSpPr txBox="1"/>
          <p:nvPr/>
        </p:nvSpPr>
        <p:spPr>
          <a:xfrm>
            <a:off x="7169388" y="2019263"/>
            <a:ext cx="26514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chemeClr val="dk1"/>
                </a:solidFill>
                <a:latin typeface="Times New Roman"/>
                <a:ea typeface="Times New Roman"/>
                <a:cs typeface="Times New Roman"/>
                <a:sym typeface="Times New Roman"/>
              </a:rPr>
              <a:t>High / Med. Temp, β=0.9</a:t>
            </a:r>
            <a:endParaRPr b="1" sz="1600">
              <a:solidFill>
                <a:schemeClr val="dk1"/>
              </a:solidFill>
              <a:latin typeface="Times New Roman"/>
              <a:ea typeface="Times New Roman"/>
              <a:cs typeface="Times New Roman"/>
              <a:sym typeface="Times New Roman"/>
            </a:endParaRPr>
          </a:p>
        </p:txBody>
      </p:sp>
      <p:sp>
        <p:nvSpPr>
          <p:cNvPr id="1987" name="Google Shape;1987;p27"/>
          <p:cNvSpPr txBox="1"/>
          <p:nvPr/>
        </p:nvSpPr>
        <p:spPr>
          <a:xfrm>
            <a:off x="6371908" y="5388675"/>
            <a:ext cx="1056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300">
                <a:solidFill>
                  <a:schemeClr val="dk1"/>
                </a:solidFill>
                <a:latin typeface="Times New Roman"/>
                <a:ea typeface="Times New Roman"/>
                <a:cs typeface="Times New Roman"/>
                <a:sym typeface="Times New Roman"/>
              </a:rPr>
              <a:t>Patterns emerge</a:t>
            </a:r>
            <a:endParaRPr sz="1100"/>
          </a:p>
        </p:txBody>
      </p:sp>
      <p:sp>
        <p:nvSpPr>
          <p:cNvPr id="1988" name="Google Shape;1988;p27"/>
          <p:cNvSpPr txBox="1"/>
          <p:nvPr/>
        </p:nvSpPr>
        <p:spPr>
          <a:xfrm>
            <a:off x="9820800" y="305425"/>
            <a:ext cx="16425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NL" sz="1100">
                <a:solidFill>
                  <a:schemeClr val="dk1"/>
                </a:solidFill>
                <a:latin typeface="Times New Roman"/>
                <a:ea typeface="Times New Roman"/>
                <a:cs typeface="Times New Roman"/>
                <a:sym typeface="Times New Roman"/>
              </a:rPr>
              <a:t>background shows the percentage of nodes in each belief state</a:t>
            </a:r>
            <a:endParaRPr sz="900"/>
          </a:p>
        </p:txBody>
      </p:sp>
      <p:sp>
        <p:nvSpPr>
          <p:cNvPr id="1989" name="Google Shape;1989;p27"/>
          <p:cNvSpPr/>
          <p:nvPr/>
        </p:nvSpPr>
        <p:spPr>
          <a:xfrm flipH="1" rot="-4676974">
            <a:off x="9724497" y="1609314"/>
            <a:ext cx="1273684" cy="368903"/>
          </a:xfrm>
          <a:custGeom>
            <a:rect b="b" l="l" r="r" t="t"/>
            <a:pathLst>
              <a:path extrusionOk="0" h="48461" w="144713">
                <a:moveTo>
                  <a:pt x="0" y="48461"/>
                </a:moveTo>
                <a:cubicBezTo>
                  <a:pt x="6016" y="41331"/>
                  <a:pt x="11976" y="13759"/>
                  <a:pt x="36095" y="5682"/>
                </a:cubicBezTo>
                <a:cubicBezTo>
                  <a:pt x="60214" y="-2395"/>
                  <a:pt x="126610" y="947"/>
                  <a:pt x="144713" y="0"/>
                </a:cubicBezTo>
              </a:path>
            </a:pathLst>
          </a:custGeom>
          <a:noFill/>
          <a:ln cap="flat" cmpd="sng" w="19050">
            <a:solidFill>
              <a:schemeClr val="dk2"/>
            </a:solidFill>
            <a:prstDash val="solid"/>
            <a:round/>
            <a:headEnd len="med" w="med" type="oval"/>
            <a:tailEnd len="med" w="med" type="triangle"/>
          </a:ln>
        </p:spPr>
      </p:sp>
      <p:sp>
        <p:nvSpPr>
          <p:cNvPr id="1990" name="Google Shape;1990;p27"/>
          <p:cNvSpPr txBox="1"/>
          <p:nvPr/>
        </p:nvSpPr>
        <p:spPr>
          <a:xfrm>
            <a:off x="479425" y="6344750"/>
            <a:ext cx="5725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200">
                <a:solidFill>
                  <a:schemeClr val="dk1"/>
                </a:solidFill>
                <a:latin typeface="Times New Roman"/>
                <a:ea typeface="Times New Roman"/>
                <a:cs typeface="Times New Roman"/>
                <a:sym typeface="Times New Roman"/>
              </a:rPr>
              <a:t>In</a:t>
            </a:r>
            <a:r>
              <a:rPr lang="nl-NL" sz="1200">
                <a:solidFill>
                  <a:schemeClr val="dk1"/>
                </a:solidFill>
                <a:latin typeface="Times New Roman"/>
                <a:ea typeface="Times New Roman"/>
                <a:cs typeface="Times New Roman"/>
                <a:sym typeface="Times New Roman"/>
              </a:rPr>
              <a:t>verse temperature β - controls the ‘noisiness’ of the dynamics</a:t>
            </a:r>
            <a:endParaRPr sz="12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28"/>
          <p:cNvSpPr txBox="1"/>
          <p:nvPr>
            <p:ph type="title"/>
          </p:nvPr>
        </p:nvSpPr>
        <p:spPr>
          <a:xfrm>
            <a:off x="489313" y="709200"/>
            <a:ext cx="11185200" cy="8856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nl-NL"/>
              <a:t>H1: There exists a temperature threshold dividing order and chaos states.</a:t>
            </a:r>
            <a:endParaRPr/>
          </a:p>
        </p:txBody>
      </p:sp>
      <p:sp>
        <p:nvSpPr>
          <p:cNvPr id="1997" name="Google Shape;1997;p28"/>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1998" name="Google Shape;1998;p28"/>
          <p:cNvSpPr txBox="1"/>
          <p:nvPr/>
        </p:nvSpPr>
        <p:spPr>
          <a:xfrm>
            <a:off x="489325" y="2604925"/>
            <a:ext cx="11296800" cy="88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nl-NL" sz="1600">
                <a:solidFill>
                  <a:schemeClr val="dk1"/>
                </a:solidFill>
                <a:latin typeface="Times New Roman"/>
                <a:ea typeface="Times New Roman"/>
                <a:cs typeface="Times New Roman"/>
                <a:sym typeface="Times New Roman"/>
              </a:rPr>
              <a:t>Initial State: </a:t>
            </a:r>
            <a:r>
              <a:rPr lang="nl-NL" sz="1600">
                <a:solidFill>
                  <a:schemeClr val="dk1"/>
                </a:solidFill>
                <a:latin typeface="Times New Roman"/>
                <a:ea typeface="Times New Roman"/>
                <a:cs typeface="Times New Roman"/>
                <a:sym typeface="Times New Roman"/>
              </a:rPr>
              <a:t>System starts in a uniformly </a:t>
            </a:r>
            <a:r>
              <a:rPr lang="nl-NL" sz="1600">
                <a:solidFill>
                  <a:schemeClr val="dk1"/>
                </a:solidFill>
                <a:latin typeface="Times New Roman"/>
                <a:ea typeface="Times New Roman"/>
                <a:cs typeface="Times New Roman"/>
                <a:sym typeface="Times New Roman"/>
              </a:rPr>
              <a:t>distributed</a:t>
            </a:r>
            <a:r>
              <a:rPr lang="nl-NL" sz="1600">
                <a:solidFill>
                  <a:schemeClr val="dk1"/>
                </a:solidFill>
                <a:latin typeface="Times New Roman"/>
                <a:ea typeface="Times New Roman"/>
                <a:cs typeface="Times New Roman"/>
                <a:sym typeface="Times New Roman"/>
              </a:rPr>
              <a:t> random state.</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rPr b="1" lang="nl-NL" sz="1600">
                <a:solidFill>
                  <a:schemeClr val="dk1"/>
                </a:solidFill>
                <a:latin typeface="Times New Roman"/>
                <a:ea typeface="Times New Roman"/>
                <a:cs typeface="Times New Roman"/>
                <a:sym typeface="Times New Roman"/>
              </a:rPr>
              <a:t>Memory parameter:</a:t>
            </a:r>
            <a:r>
              <a:rPr lang="nl-NL" sz="1600">
                <a:solidFill>
                  <a:schemeClr val="dk1"/>
                </a:solidFill>
                <a:latin typeface="Times New Roman"/>
                <a:ea typeface="Times New Roman"/>
                <a:cs typeface="Times New Roman"/>
                <a:sym typeface="Times New Roman"/>
              </a:rPr>
              <a:t> µ = 1 - all nodes listen to past self as much as any neighbor.</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p:txBody>
      </p:sp>
      <p:sp>
        <p:nvSpPr>
          <p:cNvPr id="1999" name="Google Shape;1999;p28"/>
          <p:cNvSpPr txBox="1"/>
          <p:nvPr/>
        </p:nvSpPr>
        <p:spPr>
          <a:xfrm>
            <a:off x="507626" y="3996500"/>
            <a:ext cx="111486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sz="1600">
                <a:solidFill>
                  <a:schemeClr val="dk1"/>
                </a:solidFill>
                <a:latin typeface="Times New Roman"/>
                <a:ea typeface="Times New Roman"/>
                <a:cs typeface="Times New Roman"/>
                <a:sym typeface="Times New Roman"/>
              </a:rPr>
              <a:t>Question</a:t>
            </a:r>
            <a:r>
              <a:rPr lang="nl-NL" sz="1600">
                <a:solidFill>
                  <a:schemeClr val="dk1"/>
                </a:solidFill>
                <a:latin typeface="Times New Roman"/>
                <a:ea typeface="Times New Roman"/>
                <a:cs typeface="Times New Roman"/>
                <a:sym typeface="Times New Roman"/>
              </a:rPr>
              <a:t>: How do the steady states of the system evolve as we vary the temperature parameter? In what range can we expect to see patterns?</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4" name="Shape 2004"/>
        <p:cNvGrpSpPr/>
        <p:nvPr/>
      </p:nvGrpSpPr>
      <p:grpSpPr>
        <a:xfrm>
          <a:off x="0" y="0"/>
          <a:ext cx="0" cy="0"/>
          <a:chOff x="0" y="0"/>
          <a:chExt cx="0" cy="0"/>
        </a:xfrm>
      </p:grpSpPr>
      <p:sp>
        <p:nvSpPr>
          <p:cNvPr id="2005" name="Google Shape;2005;p29"/>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pic>
        <p:nvPicPr>
          <p:cNvPr id="2006" name="Google Shape;2006;p29"/>
          <p:cNvPicPr preferRelativeResize="0"/>
          <p:nvPr/>
        </p:nvPicPr>
        <p:blipFill>
          <a:blip r:embed="rId3">
            <a:alphaModFix/>
          </a:blip>
          <a:stretch>
            <a:fillRect/>
          </a:stretch>
        </p:blipFill>
        <p:spPr>
          <a:xfrm>
            <a:off x="3049275" y="606125"/>
            <a:ext cx="5591175" cy="4171950"/>
          </a:xfrm>
          <a:prstGeom prst="rect">
            <a:avLst/>
          </a:prstGeom>
          <a:noFill/>
          <a:ln>
            <a:noFill/>
          </a:ln>
        </p:spPr>
      </p:pic>
      <p:sp>
        <p:nvSpPr>
          <p:cNvPr id="2007" name="Google Shape;2007;p29"/>
          <p:cNvSpPr txBox="1"/>
          <p:nvPr/>
        </p:nvSpPr>
        <p:spPr>
          <a:xfrm>
            <a:off x="913950" y="4029125"/>
            <a:ext cx="1747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NL" sz="1600">
                <a:solidFill>
                  <a:schemeClr val="dk1"/>
                </a:solidFill>
                <a:latin typeface="Times New Roman"/>
                <a:ea typeface="Times New Roman"/>
                <a:cs typeface="Times New Roman"/>
                <a:sym typeface="Times New Roman"/>
              </a:rPr>
              <a:t>High temperature “c</a:t>
            </a:r>
            <a:r>
              <a:rPr lang="nl-NL" sz="1600">
                <a:solidFill>
                  <a:schemeClr val="dk1"/>
                </a:solidFill>
                <a:latin typeface="Times New Roman"/>
                <a:ea typeface="Times New Roman"/>
                <a:cs typeface="Times New Roman"/>
                <a:sym typeface="Times New Roman"/>
              </a:rPr>
              <a:t>haos soup”</a:t>
            </a:r>
            <a:endParaRPr sz="1600">
              <a:solidFill>
                <a:schemeClr val="dk1"/>
              </a:solidFill>
              <a:latin typeface="Times New Roman"/>
              <a:ea typeface="Times New Roman"/>
              <a:cs typeface="Times New Roman"/>
              <a:sym typeface="Times New Roman"/>
            </a:endParaRPr>
          </a:p>
        </p:txBody>
      </p:sp>
      <p:sp>
        <p:nvSpPr>
          <p:cNvPr id="2008" name="Google Shape;2008;p29"/>
          <p:cNvSpPr txBox="1"/>
          <p:nvPr/>
        </p:nvSpPr>
        <p:spPr>
          <a:xfrm>
            <a:off x="9698100" y="3916975"/>
            <a:ext cx="1637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NL" sz="1600">
                <a:solidFill>
                  <a:schemeClr val="dk1"/>
                </a:solidFill>
                <a:latin typeface="Times New Roman"/>
                <a:ea typeface="Times New Roman"/>
                <a:cs typeface="Times New Roman"/>
                <a:sym typeface="Times New Roman"/>
              </a:rPr>
              <a:t>Low temperature order</a:t>
            </a:r>
            <a:endParaRPr sz="1600">
              <a:solidFill>
                <a:schemeClr val="dk1"/>
              </a:solidFill>
              <a:latin typeface="Times New Roman"/>
              <a:ea typeface="Times New Roman"/>
              <a:cs typeface="Times New Roman"/>
              <a:sym typeface="Times New Roman"/>
            </a:endParaRPr>
          </a:p>
        </p:txBody>
      </p:sp>
      <p:cxnSp>
        <p:nvCxnSpPr>
          <p:cNvPr id="2009" name="Google Shape;2009;p29"/>
          <p:cNvCxnSpPr/>
          <p:nvPr/>
        </p:nvCxnSpPr>
        <p:spPr>
          <a:xfrm>
            <a:off x="5642700" y="755575"/>
            <a:ext cx="0" cy="3526200"/>
          </a:xfrm>
          <a:prstGeom prst="straightConnector1">
            <a:avLst/>
          </a:prstGeom>
          <a:noFill/>
          <a:ln cap="flat" cmpd="sng" w="28575">
            <a:solidFill>
              <a:srgbClr val="BC0031"/>
            </a:solidFill>
            <a:prstDash val="solid"/>
            <a:round/>
            <a:headEnd len="med" w="med" type="none"/>
            <a:tailEnd len="med" w="med" type="none"/>
          </a:ln>
        </p:spPr>
      </p:cxnSp>
      <p:sp>
        <p:nvSpPr>
          <p:cNvPr id="2010" name="Google Shape;2010;p29"/>
          <p:cNvSpPr txBox="1"/>
          <p:nvPr/>
        </p:nvSpPr>
        <p:spPr>
          <a:xfrm>
            <a:off x="5245100" y="335225"/>
            <a:ext cx="8532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rgbClr val="BC0031"/>
                </a:solidFill>
                <a:latin typeface="Times New Roman"/>
                <a:ea typeface="Times New Roman"/>
                <a:cs typeface="Times New Roman"/>
                <a:sym typeface="Times New Roman"/>
              </a:rPr>
              <a:t>≈ 0.75</a:t>
            </a:r>
            <a:endParaRPr b="1" sz="1600">
              <a:solidFill>
                <a:srgbClr val="BC0031"/>
              </a:solidFill>
              <a:latin typeface="Times New Roman"/>
              <a:ea typeface="Times New Roman"/>
              <a:cs typeface="Times New Roman"/>
              <a:sym typeface="Times New Roman"/>
            </a:endParaRPr>
          </a:p>
        </p:txBody>
      </p:sp>
      <p:sp>
        <p:nvSpPr>
          <p:cNvPr id="2011" name="Google Shape;2011;p29"/>
          <p:cNvSpPr txBox="1"/>
          <p:nvPr/>
        </p:nvSpPr>
        <p:spPr>
          <a:xfrm>
            <a:off x="3899591" y="745025"/>
            <a:ext cx="1914300" cy="6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rgbClr val="BC0031"/>
                </a:solidFill>
                <a:latin typeface="Times New Roman"/>
                <a:ea typeface="Times New Roman"/>
                <a:cs typeface="Times New Roman"/>
                <a:sym typeface="Times New Roman"/>
              </a:rPr>
              <a:t>Disorganized region</a:t>
            </a:r>
            <a:endParaRPr b="1" sz="1600">
              <a:solidFill>
                <a:srgbClr val="BC0031"/>
              </a:solidFill>
              <a:latin typeface="Times New Roman"/>
              <a:ea typeface="Times New Roman"/>
              <a:cs typeface="Times New Roman"/>
              <a:sym typeface="Times New Roman"/>
            </a:endParaRPr>
          </a:p>
        </p:txBody>
      </p:sp>
      <p:pic>
        <p:nvPicPr>
          <p:cNvPr id="2012" name="Google Shape;2012;p29"/>
          <p:cNvPicPr preferRelativeResize="0"/>
          <p:nvPr/>
        </p:nvPicPr>
        <p:blipFill>
          <a:blip r:embed="rId4">
            <a:alphaModFix/>
          </a:blip>
          <a:stretch>
            <a:fillRect/>
          </a:stretch>
        </p:blipFill>
        <p:spPr>
          <a:xfrm>
            <a:off x="181900" y="4765451"/>
            <a:ext cx="3211591" cy="2046301"/>
          </a:xfrm>
          <a:prstGeom prst="rect">
            <a:avLst/>
          </a:prstGeom>
          <a:noFill/>
          <a:ln>
            <a:noFill/>
          </a:ln>
        </p:spPr>
      </p:pic>
      <p:pic>
        <p:nvPicPr>
          <p:cNvPr id="2013" name="Google Shape;2013;p29"/>
          <p:cNvPicPr preferRelativeResize="0"/>
          <p:nvPr/>
        </p:nvPicPr>
        <p:blipFill>
          <a:blip r:embed="rId5">
            <a:alphaModFix/>
          </a:blip>
          <a:stretch>
            <a:fillRect/>
          </a:stretch>
        </p:blipFill>
        <p:spPr>
          <a:xfrm>
            <a:off x="4491038" y="4778075"/>
            <a:ext cx="3211591" cy="2046301"/>
          </a:xfrm>
          <a:prstGeom prst="rect">
            <a:avLst/>
          </a:prstGeom>
          <a:noFill/>
          <a:ln>
            <a:noFill/>
          </a:ln>
        </p:spPr>
      </p:pic>
      <p:pic>
        <p:nvPicPr>
          <p:cNvPr id="2014" name="Google Shape;2014;p29"/>
          <p:cNvPicPr preferRelativeResize="0"/>
          <p:nvPr/>
        </p:nvPicPr>
        <p:blipFill>
          <a:blip r:embed="rId6">
            <a:alphaModFix/>
          </a:blip>
          <a:stretch>
            <a:fillRect/>
          </a:stretch>
        </p:blipFill>
        <p:spPr>
          <a:xfrm>
            <a:off x="8803027" y="4854276"/>
            <a:ext cx="2997574" cy="1909938"/>
          </a:xfrm>
          <a:prstGeom prst="rect">
            <a:avLst/>
          </a:prstGeom>
          <a:noFill/>
          <a:ln>
            <a:noFill/>
          </a:ln>
        </p:spPr>
      </p:pic>
      <p:sp>
        <p:nvSpPr>
          <p:cNvPr id="2015" name="Google Shape;2015;p29"/>
          <p:cNvSpPr txBox="1"/>
          <p:nvPr/>
        </p:nvSpPr>
        <p:spPr>
          <a:xfrm>
            <a:off x="5223088" y="98825"/>
            <a:ext cx="1747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NL" sz="1600">
                <a:solidFill>
                  <a:schemeClr val="dk1"/>
                </a:solidFill>
                <a:latin typeface="Times New Roman"/>
                <a:ea typeface="Times New Roman"/>
                <a:cs typeface="Times New Roman"/>
                <a:sym typeface="Times New Roman"/>
              </a:rPr>
              <a:t>Erdos topology</a:t>
            </a:r>
            <a:endParaRPr sz="1600">
              <a:solidFill>
                <a:schemeClr val="dk1"/>
              </a:solidFill>
              <a:latin typeface="Times New Roman"/>
              <a:ea typeface="Times New Roman"/>
              <a:cs typeface="Times New Roman"/>
              <a:sym typeface="Times New Roman"/>
            </a:endParaRPr>
          </a:p>
        </p:txBody>
      </p:sp>
      <p:sp>
        <p:nvSpPr>
          <p:cNvPr id="2016" name="Google Shape;2016;p29"/>
          <p:cNvSpPr txBox="1"/>
          <p:nvPr/>
        </p:nvSpPr>
        <p:spPr>
          <a:xfrm>
            <a:off x="9262225" y="304925"/>
            <a:ext cx="3000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NL" sz="1100">
                <a:solidFill>
                  <a:schemeClr val="dk1"/>
                </a:solidFill>
                <a:latin typeface="Times New Roman"/>
                <a:ea typeface="Times New Roman"/>
                <a:cs typeface="Times New Roman"/>
                <a:sym typeface="Times New Roman"/>
              </a:rPr>
              <a:t>10 </a:t>
            </a:r>
            <a:r>
              <a:rPr lang="nl-NL" sz="1100">
                <a:solidFill>
                  <a:schemeClr val="dk1"/>
                </a:solidFill>
                <a:latin typeface="Times New Roman"/>
                <a:ea typeface="Times New Roman"/>
                <a:cs typeface="Times New Roman"/>
                <a:sym typeface="Times New Roman"/>
              </a:rPr>
              <a:t>simulations</a:t>
            </a:r>
            <a:r>
              <a:rPr lang="nl-NL" sz="1100">
                <a:solidFill>
                  <a:schemeClr val="dk1"/>
                </a:solidFill>
                <a:latin typeface="Times New Roman"/>
                <a:ea typeface="Times New Roman"/>
                <a:cs typeface="Times New Roman"/>
                <a:sym typeface="Times New Roman"/>
              </a:rPr>
              <a:t> per temperature</a:t>
            </a:r>
            <a:endParaRPr sz="900"/>
          </a:p>
        </p:txBody>
      </p:sp>
      <p:sp>
        <p:nvSpPr>
          <p:cNvPr id="2017" name="Google Shape;2017;p29"/>
          <p:cNvSpPr/>
          <p:nvPr/>
        </p:nvSpPr>
        <p:spPr>
          <a:xfrm rot="10800000">
            <a:off x="8966546" y="502031"/>
            <a:ext cx="892879" cy="526286"/>
          </a:xfrm>
          <a:custGeom>
            <a:rect b="b" l="l" r="r" t="t"/>
            <a:pathLst>
              <a:path extrusionOk="0" h="48461" w="144713">
                <a:moveTo>
                  <a:pt x="0" y="48461"/>
                </a:moveTo>
                <a:cubicBezTo>
                  <a:pt x="6016" y="41331"/>
                  <a:pt x="11976" y="13759"/>
                  <a:pt x="36095" y="5682"/>
                </a:cubicBezTo>
                <a:cubicBezTo>
                  <a:pt x="60214" y="-2395"/>
                  <a:pt x="126610" y="947"/>
                  <a:pt x="144713" y="0"/>
                </a:cubicBezTo>
              </a:path>
            </a:pathLst>
          </a:custGeom>
          <a:noFill/>
          <a:ln cap="flat" cmpd="sng" w="19050">
            <a:solidFill>
              <a:schemeClr val="dk2"/>
            </a:solidFill>
            <a:prstDash val="solid"/>
            <a:round/>
            <a:headEnd len="med" w="med" type="oval"/>
            <a:tailEnd len="med" w="med" type="triangle"/>
          </a:ln>
        </p:spPr>
      </p:sp>
      <p:sp>
        <p:nvSpPr>
          <p:cNvPr id="2018" name="Google Shape;2018;p29"/>
          <p:cNvSpPr txBox="1"/>
          <p:nvPr/>
        </p:nvSpPr>
        <p:spPr>
          <a:xfrm>
            <a:off x="129572" y="552425"/>
            <a:ext cx="1637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sz="1800">
                <a:solidFill>
                  <a:schemeClr val="dk1"/>
                </a:solidFill>
                <a:latin typeface="Times New Roman"/>
                <a:ea typeface="Times New Roman"/>
                <a:cs typeface="Times New Roman"/>
                <a:sym typeface="Times New Roman"/>
              </a:rPr>
              <a:t>Results:</a:t>
            </a:r>
            <a:r>
              <a:rPr lang="nl-NL" sz="1800">
                <a:solidFill>
                  <a:schemeClr val="dk1"/>
                </a:solidFill>
                <a:latin typeface="Times New Roman"/>
                <a:ea typeface="Times New Roman"/>
                <a:cs typeface="Times New Roman"/>
                <a:sym typeface="Times New Roman"/>
              </a:rPr>
              <a:t> </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30"/>
          <p:cNvSpPr txBox="1"/>
          <p:nvPr/>
        </p:nvSpPr>
        <p:spPr>
          <a:xfrm>
            <a:off x="1764850" y="4933100"/>
            <a:ext cx="8622900" cy="88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nl-NL">
                <a:solidFill>
                  <a:schemeClr val="dk1"/>
                </a:solidFill>
                <a:latin typeface="Times New Roman"/>
                <a:ea typeface="Times New Roman"/>
                <a:cs typeface="Times New Roman"/>
                <a:sym typeface="Times New Roman"/>
              </a:rPr>
              <a:t>Initial State: </a:t>
            </a:r>
            <a:r>
              <a:rPr lang="nl-NL">
                <a:solidFill>
                  <a:schemeClr val="dk1"/>
                </a:solidFill>
                <a:latin typeface="Times New Roman"/>
                <a:ea typeface="Times New Roman"/>
                <a:cs typeface="Times New Roman"/>
                <a:sym typeface="Times New Roman"/>
              </a:rPr>
              <a:t>System starts in total consensus - all nodes have the negative belief (absence of disinformation).</a:t>
            </a:r>
            <a:endParaRPr>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rPr b="1" lang="nl-NL">
                <a:solidFill>
                  <a:schemeClr val="dk1"/>
                </a:solidFill>
                <a:latin typeface="Times New Roman"/>
                <a:ea typeface="Times New Roman"/>
                <a:cs typeface="Times New Roman"/>
                <a:sym typeface="Times New Roman"/>
              </a:rPr>
              <a:t>Memory parameter:</a:t>
            </a:r>
            <a:r>
              <a:rPr lang="nl-NL">
                <a:solidFill>
                  <a:schemeClr val="dk1"/>
                </a:solidFill>
                <a:latin typeface="Times New Roman"/>
                <a:ea typeface="Times New Roman"/>
                <a:cs typeface="Times New Roman"/>
                <a:sym typeface="Times New Roman"/>
              </a:rPr>
              <a:t> µ = 1 - listen to past self as much as any neighbor.</a:t>
            </a:r>
            <a:endParaRPr>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rPr b="1" lang="nl-NL">
                <a:solidFill>
                  <a:schemeClr val="dk1"/>
                </a:solidFill>
                <a:latin typeface="Times New Roman"/>
                <a:ea typeface="Times New Roman"/>
                <a:cs typeface="Times New Roman"/>
                <a:sym typeface="Times New Roman"/>
              </a:rPr>
              <a:t>Number of nodes: </a:t>
            </a:r>
            <a:r>
              <a:rPr lang="nl-NL">
                <a:solidFill>
                  <a:schemeClr val="dk1"/>
                </a:solidFill>
                <a:latin typeface="Times New Roman"/>
                <a:ea typeface="Times New Roman"/>
                <a:cs typeface="Times New Roman"/>
                <a:sym typeface="Times New Roman"/>
              </a:rPr>
              <a:t>100</a:t>
            </a:r>
            <a:endParaRPr>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a:solidFill>
                <a:schemeClr val="dk1"/>
              </a:solidFill>
              <a:latin typeface="Times New Roman"/>
              <a:ea typeface="Times New Roman"/>
              <a:cs typeface="Times New Roman"/>
              <a:sym typeface="Times New Roman"/>
            </a:endParaRPr>
          </a:p>
        </p:txBody>
      </p:sp>
      <p:sp>
        <p:nvSpPr>
          <p:cNvPr id="2025" name="Google Shape;2025;p30"/>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2026" name="Google Shape;2026;p30"/>
          <p:cNvSpPr txBox="1"/>
          <p:nvPr>
            <p:ph type="title"/>
          </p:nvPr>
        </p:nvSpPr>
        <p:spPr>
          <a:xfrm>
            <a:off x="489313" y="709200"/>
            <a:ext cx="11185200" cy="8856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nl-NL" sz="3000"/>
              <a:t>H2: For a given size, the topology of the network influences belief spread. </a:t>
            </a:r>
            <a:endParaRPr sz="3000"/>
          </a:p>
        </p:txBody>
      </p:sp>
      <p:grpSp>
        <p:nvGrpSpPr>
          <p:cNvPr id="2027" name="Google Shape;2027;p30"/>
          <p:cNvGrpSpPr/>
          <p:nvPr/>
        </p:nvGrpSpPr>
        <p:grpSpPr>
          <a:xfrm>
            <a:off x="1926650" y="2421200"/>
            <a:ext cx="7617502" cy="2212976"/>
            <a:chOff x="2186425" y="2585600"/>
            <a:chExt cx="7617502" cy="2212976"/>
          </a:xfrm>
        </p:grpSpPr>
        <p:pic>
          <p:nvPicPr>
            <p:cNvPr id="2028" name="Google Shape;2028;p30"/>
            <p:cNvPicPr preferRelativeResize="0"/>
            <p:nvPr/>
          </p:nvPicPr>
          <p:blipFill>
            <a:blip r:embed="rId3">
              <a:alphaModFix/>
            </a:blip>
            <a:stretch>
              <a:fillRect/>
            </a:stretch>
          </p:blipFill>
          <p:spPr>
            <a:xfrm>
              <a:off x="2186425" y="2585600"/>
              <a:ext cx="7617502" cy="2144425"/>
            </a:xfrm>
            <a:prstGeom prst="rect">
              <a:avLst/>
            </a:prstGeom>
            <a:noFill/>
            <a:ln>
              <a:noFill/>
            </a:ln>
          </p:spPr>
        </p:pic>
        <p:pic>
          <p:nvPicPr>
            <p:cNvPr id="2029" name="Google Shape;2029;p30"/>
            <p:cNvPicPr preferRelativeResize="0"/>
            <p:nvPr/>
          </p:nvPicPr>
          <p:blipFill>
            <a:blip r:embed="rId4">
              <a:alphaModFix/>
            </a:blip>
            <a:stretch>
              <a:fillRect/>
            </a:stretch>
          </p:blipFill>
          <p:spPr>
            <a:xfrm>
              <a:off x="6040151" y="4573426"/>
              <a:ext cx="551575" cy="225150"/>
            </a:xfrm>
            <a:prstGeom prst="rect">
              <a:avLst/>
            </a:prstGeom>
            <a:noFill/>
            <a:ln>
              <a:noFill/>
            </a:ln>
          </p:spPr>
        </p:pic>
      </p:grpSp>
      <p:sp>
        <p:nvSpPr>
          <p:cNvPr id="2030" name="Google Shape;2030;p30"/>
          <p:cNvSpPr txBox="1"/>
          <p:nvPr/>
        </p:nvSpPr>
        <p:spPr>
          <a:xfrm>
            <a:off x="2559375" y="1952000"/>
            <a:ext cx="6532800" cy="46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nl-NL">
                <a:solidFill>
                  <a:schemeClr val="dk1"/>
                </a:solidFill>
                <a:latin typeface="Times New Roman"/>
                <a:ea typeface="Times New Roman"/>
                <a:cs typeface="Times New Roman"/>
                <a:sym typeface="Times New Roman"/>
              </a:rPr>
              <a:t>Propaganda event: </a:t>
            </a:r>
            <a:r>
              <a:rPr lang="nl-NL" u="sng">
                <a:solidFill>
                  <a:schemeClr val="dk1"/>
                </a:solidFill>
                <a:latin typeface="Times New Roman"/>
                <a:ea typeface="Times New Roman"/>
                <a:cs typeface="Times New Roman"/>
                <a:sym typeface="Times New Roman"/>
              </a:rPr>
              <a:t>Some</a:t>
            </a:r>
            <a:r>
              <a:rPr lang="nl-NL">
                <a:solidFill>
                  <a:schemeClr val="dk1"/>
                </a:solidFill>
                <a:latin typeface="Times New Roman"/>
                <a:ea typeface="Times New Roman"/>
                <a:cs typeface="Times New Roman"/>
                <a:sym typeface="Times New Roman"/>
              </a:rPr>
              <a:t> individuals are exposed to a strong belief for a duration.</a:t>
            </a:r>
            <a:endParaRPr>
              <a:solidFill>
                <a:schemeClr val="dk1"/>
              </a:solidFill>
              <a:latin typeface="Times New Roman"/>
              <a:ea typeface="Times New Roman"/>
              <a:cs typeface="Times New Roman"/>
              <a:sym typeface="Times New Roman"/>
            </a:endParaRPr>
          </a:p>
        </p:txBody>
      </p:sp>
      <p:sp>
        <p:nvSpPr>
          <p:cNvPr id="2031" name="Google Shape;2031;p30"/>
          <p:cNvSpPr txBox="1"/>
          <p:nvPr/>
        </p:nvSpPr>
        <p:spPr>
          <a:xfrm>
            <a:off x="2559374" y="5818700"/>
            <a:ext cx="5874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a:solidFill>
                  <a:schemeClr val="dk1"/>
                </a:solidFill>
                <a:latin typeface="Times New Roman"/>
                <a:ea typeface="Times New Roman"/>
                <a:cs typeface="Times New Roman"/>
                <a:sym typeface="Times New Roman"/>
              </a:rPr>
              <a:t>Question</a:t>
            </a:r>
            <a:r>
              <a:rPr lang="nl-NL">
                <a:solidFill>
                  <a:schemeClr val="dk1"/>
                </a:solidFill>
                <a:latin typeface="Times New Roman"/>
                <a:ea typeface="Times New Roman"/>
                <a:cs typeface="Times New Roman"/>
                <a:sym typeface="Times New Roman"/>
              </a:rPr>
              <a:t>: What fraction of people need to be affected by the field for the consensus to shift from the initial -1 into +1?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6" name="Shape 2036"/>
        <p:cNvGrpSpPr/>
        <p:nvPr/>
      </p:nvGrpSpPr>
      <p:grpSpPr>
        <a:xfrm>
          <a:off x="0" y="0"/>
          <a:ext cx="0" cy="0"/>
          <a:chOff x="0" y="0"/>
          <a:chExt cx="0" cy="0"/>
        </a:xfrm>
      </p:grpSpPr>
      <p:pic>
        <p:nvPicPr>
          <p:cNvPr id="2037" name="Google Shape;2037;p31"/>
          <p:cNvPicPr preferRelativeResize="0"/>
          <p:nvPr/>
        </p:nvPicPr>
        <p:blipFill>
          <a:blip r:embed="rId3">
            <a:alphaModFix/>
          </a:blip>
          <a:stretch>
            <a:fillRect/>
          </a:stretch>
        </p:blipFill>
        <p:spPr>
          <a:xfrm>
            <a:off x="8955568" y="4198638"/>
            <a:ext cx="3183351" cy="2028309"/>
          </a:xfrm>
          <a:prstGeom prst="rect">
            <a:avLst/>
          </a:prstGeom>
          <a:noFill/>
          <a:ln>
            <a:noFill/>
          </a:ln>
        </p:spPr>
      </p:pic>
      <p:pic>
        <p:nvPicPr>
          <p:cNvPr id="2038" name="Google Shape;2038;p31"/>
          <p:cNvPicPr preferRelativeResize="0"/>
          <p:nvPr/>
        </p:nvPicPr>
        <p:blipFill>
          <a:blip r:embed="rId4">
            <a:alphaModFix/>
          </a:blip>
          <a:stretch>
            <a:fillRect/>
          </a:stretch>
        </p:blipFill>
        <p:spPr>
          <a:xfrm>
            <a:off x="9064625" y="797426"/>
            <a:ext cx="2938266" cy="1872149"/>
          </a:xfrm>
          <a:prstGeom prst="rect">
            <a:avLst/>
          </a:prstGeom>
          <a:noFill/>
          <a:ln>
            <a:noFill/>
          </a:ln>
        </p:spPr>
      </p:pic>
      <p:sp>
        <p:nvSpPr>
          <p:cNvPr id="2039" name="Google Shape;2039;p31"/>
          <p:cNvSpPr txBox="1"/>
          <p:nvPr>
            <p:ph idx="4294967295" type="body"/>
          </p:nvPr>
        </p:nvSpPr>
        <p:spPr>
          <a:xfrm>
            <a:off x="5593150" y="100496"/>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lang="nl-NL"/>
              <a:t>Erdos-Renyi</a:t>
            </a:r>
            <a:endParaRPr/>
          </a:p>
        </p:txBody>
      </p:sp>
      <p:sp>
        <p:nvSpPr>
          <p:cNvPr id="2040" name="Google Shape;2040;p31"/>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nl-NL"/>
              <a:t>‹#›</a:t>
            </a:fld>
            <a:endParaRPr/>
          </a:p>
        </p:txBody>
      </p:sp>
      <p:pic>
        <p:nvPicPr>
          <p:cNvPr id="2041" name="Google Shape;2041;p31"/>
          <p:cNvPicPr preferRelativeResize="0"/>
          <p:nvPr/>
        </p:nvPicPr>
        <p:blipFill>
          <a:blip r:embed="rId5">
            <a:alphaModFix/>
          </a:blip>
          <a:stretch>
            <a:fillRect/>
          </a:stretch>
        </p:blipFill>
        <p:spPr>
          <a:xfrm>
            <a:off x="4676775" y="1217025"/>
            <a:ext cx="2838450" cy="3829050"/>
          </a:xfrm>
          <a:prstGeom prst="rect">
            <a:avLst/>
          </a:prstGeom>
          <a:noFill/>
          <a:ln>
            <a:noFill/>
          </a:ln>
        </p:spPr>
      </p:pic>
      <p:pic>
        <p:nvPicPr>
          <p:cNvPr id="2042" name="Google Shape;2042;p31"/>
          <p:cNvPicPr preferRelativeResize="0"/>
          <p:nvPr/>
        </p:nvPicPr>
        <p:blipFill>
          <a:blip r:embed="rId6">
            <a:alphaModFix/>
          </a:blip>
          <a:stretch>
            <a:fillRect/>
          </a:stretch>
        </p:blipFill>
        <p:spPr>
          <a:xfrm>
            <a:off x="5511000" y="5046075"/>
            <a:ext cx="1475998" cy="306000"/>
          </a:xfrm>
          <a:prstGeom prst="rect">
            <a:avLst/>
          </a:prstGeom>
          <a:noFill/>
          <a:ln>
            <a:noFill/>
          </a:ln>
        </p:spPr>
      </p:pic>
      <p:pic>
        <p:nvPicPr>
          <p:cNvPr id="2043" name="Google Shape;2043;p31"/>
          <p:cNvPicPr preferRelativeResize="0"/>
          <p:nvPr/>
        </p:nvPicPr>
        <p:blipFill rotWithShape="1">
          <a:blip r:embed="rId7">
            <a:alphaModFix/>
          </a:blip>
          <a:srcRect b="0" l="0" r="10104" t="0"/>
          <a:stretch/>
        </p:blipFill>
        <p:spPr>
          <a:xfrm>
            <a:off x="7915724" y="713788"/>
            <a:ext cx="854039" cy="4835525"/>
          </a:xfrm>
          <a:prstGeom prst="rect">
            <a:avLst/>
          </a:prstGeom>
          <a:noFill/>
          <a:ln>
            <a:noFill/>
          </a:ln>
        </p:spPr>
      </p:pic>
      <p:pic>
        <p:nvPicPr>
          <p:cNvPr id="2044" name="Google Shape;2044;p31"/>
          <p:cNvPicPr preferRelativeResize="0"/>
          <p:nvPr/>
        </p:nvPicPr>
        <p:blipFill>
          <a:blip r:embed="rId8">
            <a:alphaModFix/>
          </a:blip>
          <a:stretch>
            <a:fillRect/>
          </a:stretch>
        </p:blipFill>
        <p:spPr>
          <a:xfrm>
            <a:off x="4414850" y="2340975"/>
            <a:ext cx="180975" cy="1581150"/>
          </a:xfrm>
          <a:prstGeom prst="rect">
            <a:avLst/>
          </a:prstGeom>
          <a:noFill/>
          <a:ln>
            <a:noFill/>
          </a:ln>
        </p:spPr>
      </p:pic>
      <p:cxnSp>
        <p:nvCxnSpPr>
          <p:cNvPr id="2045" name="Google Shape;2045;p31"/>
          <p:cNvCxnSpPr/>
          <p:nvPr/>
        </p:nvCxnSpPr>
        <p:spPr>
          <a:xfrm>
            <a:off x="5013150" y="3978105"/>
            <a:ext cx="2456400" cy="0"/>
          </a:xfrm>
          <a:prstGeom prst="straightConnector1">
            <a:avLst/>
          </a:prstGeom>
          <a:noFill/>
          <a:ln cap="flat" cmpd="sng" w="28575">
            <a:solidFill>
              <a:srgbClr val="BC0031"/>
            </a:solidFill>
            <a:prstDash val="solid"/>
            <a:round/>
            <a:headEnd len="med" w="med" type="none"/>
            <a:tailEnd len="med" w="med" type="none"/>
          </a:ln>
        </p:spPr>
      </p:cxnSp>
      <p:sp>
        <p:nvSpPr>
          <p:cNvPr id="2046" name="Google Shape;2046;p31"/>
          <p:cNvSpPr/>
          <p:nvPr/>
        </p:nvSpPr>
        <p:spPr>
          <a:xfrm>
            <a:off x="5682325" y="1871575"/>
            <a:ext cx="3650385" cy="1217098"/>
          </a:xfrm>
          <a:custGeom>
            <a:rect b="b" l="l" r="r" t="t"/>
            <a:pathLst>
              <a:path extrusionOk="0" h="48461" w="144713">
                <a:moveTo>
                  <a:pt x="0" y="48461"/>
                </a:moveTo>
                <a:cubicBezTo>
                  <a:pt x="6016" y="41331"/>
                  <a:pt x="11976" y="13759"/>
                  <a:pt x="36095" y="5682"/>
                </a:cubicBezTo>
                <a:cubicBezTo>
                  <a:pt x="60214" y="-2395"/>
                  <a:pt x="126610" y="947"/>
                  <a:pt x="144713" y="0"/>
                </a:cubicBezTo>
              </a:path>
            </a:pathLst>
          </a:custGeom>
          <a:noFill/>
          <a:ln cap="flat" cmpd="sng" w="38100">
            <a:solidFill>
              <a:schemeClr val="dk2"/>
            </a:solidFill>
            <a:prstDash val="solid"/>
            <a:round/>
            <a:headEnd len="med" w="med" type="oval"/>
            <a:tailEnd len="med" w="med" type="triangle"/>
          </a:ln>
        </p:spPr>
      </p:sp>
      <p:sp>
        <p:nvSpPr>
          <p:cNvPr id="2047" name="Google Shape;2047;p31"/>
          <p:cNvSpPr/>
          <p:nvPr/>
        </p:nvSpPr>
        <p:spPr>
          <a:xfrm>
            <a:off x="6248213" y="2938700"/>
            <a:ext cx="3159793" cy="3001984"/>
          </a:xfrm>
          <a:custGeom>
            <a:rect b="b" l="l" r="r" t="t"/>
            <a:pathLst>
              <a:path extrusionOk="0" h="126666" w="127334">
                <a:moveTo>
                  <a:pt x="0" y="0"/>
                </a:moveTo>
                <a:cubicBezTo>
                  <a:pt x="3008" y="11642"/>
                  <a:pt x="2896" y="49965"/>
                  <a:pt x="18047" y="69850"/>
                </a:cubicBezTo>
                <a:cubicBezTo>
                  <a:pt x="33198" y="89736"/>
                  <a:pt x="72691" y="109844"/>
                  <a:pt x="90905" y="119313"/>
                </a:cubicBezTo>
                <a:cubicBezTo>
                  <a:pt x="109120" y="128782"/>
                  <a:pt x="121263" y="125441"/>
                  <a:pt x="127334" y="126666"/>
                </a:cubicBezTo>
              </a:path>
            </a:pathLst>
          </a:custGeom>
          <a:noFill/>
          <a:ln cap="flat" cmpd="sng" w="38100">
            <a:solidFill>
              <a:schemeClr val="dk2"/>
            </a:solidFill>
            <a:prstDash val="solid"/>
            <a:round/>
            <a:headEnd len="med" w="med" type="oval"/>
            <a:tailEnd len="med" w="med" type="triangle"/>
          </a:ln>
        </p:spPr>
      </p:sp>
      <p:sp>
        <p:nvSpPr>
          <p:cNvPr id="2048" name="Google Shape;2048;p31"/>
          <p:cNvSpPr/>
          <p:nvPr/>
        </p:nvSpPr>
        <p:spPr>
          <a:xfrm>
            <a:off x="3534275" y="4319675"/>
            <a:ext cx="2281000" cy="1629275"/>
          </a:xfrm>
          <a:custGeom>
            <a:rect b="b" l="l" r="r" t="t"/>
            <a:pathLst>
              <a:path extrusionOk="0" h="65171" w="91240">
                <a:moveTo>
                  <a:pt x="91240" y="0"/>
                </a:moveTo>
                <a:cubicBezTo>
                  <a:pt x="86227" y="8244"/>
                  <a:pt x="76368" y="38601"/>
                  <a:pt x="61161" y="49463"/>
                </a:cubicBezTo>
                <a:cubicBezTo>
                  <a:pt x="45954" y="60325"/>
                  <a:pt x="10194" y="62553"/>
                  <a:pt x="0" y="65171"/>
                </a:cubicBezTo>
              </a:path>
            </a:pathLst>
          </a:custGeom>
          <a:noFill/>
          <a:ln cap="flat" cmpd="sng" w="38100">
            <a:solidFill>
              <a:schemeClr val="dk2"/>
            </a:solidFill>
            <a:prstDash val="solid"/>
            <a:round/>
            <a:headEnd len="med" w="med" type="oval"/>
            <a:tailEnd len="med" w="med" type="triangle"/>
          </a:ln>
        </p:spPr>
      </p:sp>
      <p:sp>
        <p:nvSpPr>
          <p:cNvPr id="2049" name="Google Shape;2049;p31"/>
          <p:cNvSpPr/>
          <p:nvPr/>
        </p:nvSpPr>
        <p:spPr>
          <a:xfrm>
            <a:off x="3701375" y="1903520"/>
            <a:ext cx="1662700" cy="1196275"/>
          </a:xfrm>
          <a:custGeom>
            <a:rect b="b" l="l" r="r" t="t"/>
            <a:pathLst>
              <a:path extrusionOk="0" h="47851" w="66508">
                <a:moveTo>
                  <a:pt x="66508" y="47851"/>
                </a:moveTo>
                <a:cubicBezTo>
                  <a:pt x="65060" y="42671"/>
                  <a:pt x="66564" y="24513"/>
                  <a:pt x="57819" y="16770"/>
                </a:cubicBezTo>
                <a:cubicBezTo>
                  <a:pt x="49074" y="9028"/>
                  <a:pt x="23674" y="4070"/>
                  <a:pt x="14037" y="1396"/>
                </a:cubicBezTo>
                <a:cubicBezTo>
                  <a:pt x="4401" y="-1278"/>
                  <a:pt x="2340" y="839"/>
                  <a:pt x="0" y="727"/>
                </a:cubicBezTo>
              </a:path>
            </a:pathLst>
          </a:custGeom>
          <a:noFill/>
          <a:ln cap="flat" cmpd="sng" w="38100">
            <a:solidFill>
              <a:schemeClr val="dk2"/>
            </a:solidFill>
            <a:prstDash val="solid"/>
            <a:round/>
            <a:headEnd len="med" w="med" type="oval"/>
            <a:tailEnd len="med" w="med" type="triangle"/>
          </a:ln>
        </p:spPr>
      </p:sp>
      <p:sp>
        <p:nvSpPr>
          <p:cNvPr id="2050" name="Google Shape;2050;p31"/>
          <p:cNvSpPr txBox="1"/>
          <p:nvPr/>
        </p:nvSpPr>
        <p:spPr>
          <a:xfrm>
            <a:off x="4276148" y="3731753"/>
            <a:ext cx="853200" cy="2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nl-NL" sz="1600">
                <a:solidFill>
                  <a:srgbClr val="BC0031"/>
                </a:solidFill>
                <a:latin typeface="Times New Roman"/>
                <a:ea typeface="Times New Roman"/>
                <a:cs typeface="Times New Roman"/>
                <a:sym typeface="Times New Roman"/>
              </a:rPr>
              <a:t>≈ 0.75</a:t>
            </a:r>
            <a:endParaRPr b="1" sz="1600">
              <a:solidFill>
                <a:srgbClr val="BC0031"/>
              </a:solidFill>
              <a:latin typeface="Times New Roman"/>
              <a:ea typeface="Times New Roman"/>
              <a:cs typeface="Times New Roman"/>
              <a:sym typeface="Times New Roman"/>
            </a:endParaRPr>
          </a:p>
        </p:txBody>
      </p:sp>
      <p:pic>
        <p:nvPicPr>
          <p:cNvPr id="2051" name="Google Shape;2051;p31"/>
          <p:cNvPicPr preferRelativeResize="0"/>
          <p:nvPr/>
        </p:nvPicPr>
        <p:blipFill>
          <a:blip r:embed="rId9">
            <a:alphaModFix/>
          </a:blip>
          <a:stretch>
            <a:fillRect/>
          </a:stretch>
        </p:blipFill>
        <p:spPr>
          <a:xfrm>
            <a:off x="312950" y="4117800"/>
            <a:ext cx="3546325" cy="2259576"/>
          </a:xfrm>
          <a:prstGeom prst="rect">
            <a:avLst/>
          </a:prstGeom>
          <a:noFill/>
          <a:ln>
            <a:noFill/>
          </a:ln>
        </p:spPr>
      </p:pic>
      <p:pic>
        <p:nvPicPr>
          <p:cNvPr id="2052" name="Google Shape;2052;p31"/>
          <p:cNvPicPr preferRelativeResize="0"/>
          <p:nvPr/>
        </p:nvPicPr>
        <p:blipFill>
          <a:blip r:embed="rId10">
            <a:alphaModFix/>
          </a:blip>
          <a:stretch>
            <a:fillRect/>
          </a:stretch>
        </p:blipFill>
        <p:spPr>
          <a:xfrm>
            <a:off x="229400" y="635100"/>
            <a:ext cx="3396575" cy="2164165"/>
          </a:xfrm>
          <a:prstGeom prst="rect">
            <a:avLst/>
          </a:prstGeom>
          <a:noFill/>
          <a:ln>
            <a:noFill/>
          </a:ln>
        </p:spPr>
      </p:pic>
      <p:sp>
        <p:nvSpPr>
          <p:cNvPr id="2053" name="Google Shape;2053;p31"/>
          <p:cNvSpPr txBox="1"/>
          <p:nvPr/>
        </p:nvSpPr>
        <p:spPr>
          <a:xfrm>
            <a:off x="1249400" y="2928450"/>
            <a:ext cx="15366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600"/>
              </a:spcAft>
              <a:buNone/>
            </a:pPr>
            <a:r>
              <a:rPr lang="nl-NL" sz="1600">
                <a:solidFill>
                  <a:schemeClr val="dk1"/>
                </a:solidFill>
                <a:latin typeface="Times New Roman"/>
                <a:ea typeface="Times New Roman"/>
                <a:cs typeface="Times New Roman"/>
                <a:sym typeface="Times New Roman"/>
              </a:rPr>
              <a:t>Recovery point</a:t>
            </a:r>
            <a:endParaRPr/>
          </a:p>
        </p:txBody>
      </p:sp>
      <p:sp>
        <p:nvSpPr>
          <p:cNvPr id="2054" name="Google Shape;2054;p31"/>
          <p:cNvSpPr txBox="1"/>
          <p:nvPr/>
        </p:nvSpPr>
        <p:spPr>
          <a:xfrm>
            <a:off x="9841375" y="2773975"/>
            <a:ext cx="15366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600"/>
              </a:spcAft>
              <a:buClr>
                <a:schemeClr val="dk1"/>
              </a:buClr>
              <a:buSzPts val="1100"/>
              <a:buFont typeface="Arial"/>
              <a:buNone/>
            </a:pPr>
            <a:r>
              <a:rPr lang="nl-NL" sz="1600">
                <a:solidFill>
                  <a:schemeClr val="dk1"/>
                </a:solidFill>
                <a:latin typeface="Times New Roman"/>
                <a:ea typeface="Times New Roman"/>
                <a:cs typeface="Times New Roman"/>
                <a:sym typeface="Times New Roman"/>
              </a:rPr>
              <a:t>Tipping point</a:t>
            </a:r>
            <a:endParaRPr>
              <a:solidFill>
                <a:schemeClr val="dk1"/>
              </a:solidFill>
            </a:endParaRPr>
          </a:p>
        </p:txBody>
      </p:sp>
      <p:sp>
        <p:nvSpPr>
          <p:cNvPr id="2055" name="Google Shape;2055;p31"/>
          <p:cNvSpPr txBox="1"/>
          <p:nvPr/>
        </p:nvSpPr>
        <p:spPr>
          <a:xfrm>
            <a:off x="9841375" y="6326300"/>
            <a:ext cx="21315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600"/>
              </a:spcAft>
              <a:buNone/>
            </a:pPr>
            <a:r>
              <a:rPr lang="nl-NL" sz="1600">
                <a:solidFill>
                  <a:schemeClr val="dk1"/>
                </a:solidFill>
                <a:latin typeface="Times New Roman"/>
                <a:ea typeface="Times New Roman"/>
                <a:cs typeface="Times New Roman"/>
                <a:sym typeface="Times New Roman"/>
              </a:rPr>
              <a:t>Vulnerable point</a:t>
            </a:r>
            <a:endParaRPr>
              <a:solidFill>
                <a:schemeClr val="dk1"/>
              </a:solidFill>
            </a:endParaRPr>
          </a:p>
        </p:txBody>
      </p:sp>
      <p:sp>
        <p:nvSpPr>
          <p:cNvPr id="2056" name="Google Shape;2056;p31"/>
          <p:cNvSpPr txBox="1"/>
          <p:nvPr/>
        </p:nvSpPr>
        <p:spPr>
          <a:xfrm>
            <a:off x="1351150" y="6377375"/>
            <a:ext cx="16626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600"/>
              </a:spcAft>
              <a:buNone/>
            </a:pPr>
            <a:r>
              <a:rPr lang="nl-NL" sz="1600">
                <a:solidFill>
                  <a:schemeClr val="dk1"/>
                </a:solidFill>
                <a:latin typeface="Times New Roman"/>
                <a:ea typeface="Times New Roman"/>
                <a:cs typeface="Times New Roman"/>
                <a:sym typeface="Times New Roman"/>
              </a:rPr>
              <a:t>High-noise point</a:t>
            </a:r>
            <a:endParaRPr>
              <a:solidFill>
                <a:schemeClr val="dk1"/>
              </a:solidFill>
            </a:endParaRPr>
          </a:p>
        </p:txBody>
      </p:sp>
      <p:sp>
        <p:nvSpPr>
          <p:cNvPr id="2057" name="Google Shape;2057;p31"/>
          <p:cNvSpPr txBox="1"/>
          <p:nvPr/>
        </p:nvSpPr>
        <p:spPr>
          <a:xfrm>
            <a:off x="4516800" y="336100"/>
            <a:ext cx="3911400" cy="4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NL" sz="1408">
                <a:solidFill>
                  <a:schemeClr val="dk1"/>
                </a:solidFill>
                <a:latin typeface="Calibri"/>
                <a:ea typeface="Calibri"/>
                <a:cs typeface="Calibri"/>
                <a:sym typeface="Calibri"/>
              </a:rPr>
              <a:t>25 repetitions per cell to reduce variance.</a:t>
            </a:r>
            <a:endParaRPr b="1"/>
          </a:p>
        </p:txBody>
      </p:sp>
      <p:pic>
        <p:nvPicPr>
          <p:cNvPr id="2058" name="Google Shape;2058;p31"/>
          <p:cNvPicPr preferRelativeResize="0"/>
          <p:nvPr/>
        </p:nvPicPr>
        <p:blipFill rotWithShape="1">
          <a:blip r:embed="rId11">
            <a:alphaModFix/>
          </a:blip>
          <a:srcRect b="0" l="51038" r="0" t="20792"/>
          <a:stretch/>
        </p:blipFill>
        <p:spPr>
          <a:xfrm>
            <a:off x="6134098" y="5430950"/>
            <a:ext cx="214500" cy="362100"/>
          </a:xfrm>
          <a:prstGeom prst="rect">
            <a:avLst/>
          </a:prstGeom>
          <a:noFill/>
          <a:ln>
            <a:noFill/>
          </a:ln>
        </p:spPr>
      </p:pic>
      <p:sp>
        <p:nvSpPr>
          <p:cNvPr id="2059" name="Google Shape;2059;p31"/>
          <p:cNvSpPr txBox="1"/>
          <p:nvPr/>
        </p:nvSpPr>
        <p:spPr>
          <a:xfrm>
            <a:off x="4021465" y="2877600"/>
            <a:ext cx="425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NL" sz="2100">
                <a:solidFill>
                  <a:schemeClr val="dk1"/>
                </a:solidFill>
                <a:latin typeface="Times New Roman"/>
                <a:ea typeface="Times New Roman"/>
                <a:cs typeface="Times New Roman"/>
                <a:sym typeface="Times New Roman"/>
              </a:rPr>
              <a:t>β</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32"/>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pic>
        <p:nvPicPr>
          <p:cNvPr id="2066" name="Google Shape;2066;p32"/>
          <p:cNvPicPr preferRelativeResize="0"/>
          <p:nvPr/>
        </p:nvPicPr>
        <p:blipFill>
          <a:blip r:embed="rId3">
            <a:alphaModFix/>
          </a:blip>
          <a:stretch>
            <a:fillRect/>
          </a:stretch>
        </p:blipFill>
        <p:spPr>
          <a:xfrm>
            <a:off x="324150" y="1514475"/>
            <a:ext cx="2838450" cy="3829050"/>
          </a:xfrm>
          <a:prstGeom prst="rect">
            <a:avLst/>
          </a:prstGeom>
          <a:noFill/>
          <a:ln>
            <a:noFill/>
          </a:ln>
        </p:spPr>
      </p:pic>
      <p:sp>
        <p:nvSpPr>
          <p:cNvPr id="2067" name="Google Shape;2067;p32"/>
          <p:cNvSpPr txBox="1"/>
          <p:nvPr>
            <p:ph type="title"/>
          </p:nvPr>
        </p:nvSpPr>
        <p:spPr>
          <a:xfrm>
            <a:off x="413113" y="535152"/>
            <a:ext cx="11185200" cy="8856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nl-NL">
                <a:solidFill>
                  <a:srgbClr val="BC0031"/>
                </a:solidFill>
              </a:rPr>
              <a:t>Crossing the tipping point</a:t>
            </a:r>
            <a:endParaRPr>
              <a:solidFill>
                <a:srgbClr val="BC0031"/>
              </a:solidFill>
            </a:endParaRPr>
          </a:p>
        </p:txBody>
      </p:sp>
      <p:cxnSp>
        <p:nvCxnSpPr>
          <p:cNvPr id="2068" name="Google Shape;2068;p32"/>
          <p:cNvCxnSpPr/>
          <p:nvPr/>
        </p:nvCxnSpPr>
        <p:spPr>
          <a:xfrm>
            <a:off x="757125" y="3345775"/>
            <a:ext cx="1457100" cy="5700"/>
          </a:xfrm>
          <a:prstGeom prst="straightConnector1">
            <a:avLst/>
          </a:prstGeom>
          <a:noFill/>
          <a:ln cap="flat" cmpd="sng" w="28575">
            <a:solidFill>
              <a:srgbClr val="E06666"/>
            </a:solidFill>
            <a:prstDash val="solid"/>
            <a:round/>
            <a:headEnd len="med" w="med" type="none"/>
            <a:tailEnd len="med" w="med" type="triangle"/>
          </a:ln>
        </p:spPr>
      </p:cxnSp>
      <p:pic>
        <p:nvPicPr>
          <p:cNvPr id="2069" name="Google Shape;2069;p32"/>
          <p:cNvPicPr preferRelativeResize="0"/>
          <p:nvPr/>
        </p:nvPicPr>
        <p:blipFill rotWithShape="1">
          <a:blip r:embed="rId4">
            <a:alphaModFix/>
          </a:blip>
          <a:srcRect b="0" l="51038" r="0" t="20792"/>
          <a:stretch/>
        </p:blipFill>
        <p:spPr>
          <a:xfrm>
            <a:off x="1768773" y="5151750"/>
            <a:ext cx="214500" cy="362100"/>
          </a:xfrm>
          <a:prstGeom prst="rect">
            <a:avLst/>
          </a:prstGeom>
          <a:noFill/>
          <a:ln>
            <a:noFill/>
          </a:ln>
        </p:spPr>
      </p:pic>
      <p:sp>
        <p:nvSpPr>
          <p:cNvPr id="2070" name="Google Shape;2070;p32"/>
          <p:cNvSpPr txBox="1"/>
          <p:nvPr/>
        </p:nvSpPr>
        <p:spPr>
          <a:xfrm>
            <a:off x="757125" y="5643814"/>
            <a:ext cx="2734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nl-NL">
                <a:solidFill>
                  <a:schemeClr val="dk1"/>
                </a:solidFill>
                <a:latin typeface="Times New Roman"/>
                <a:ea typeface="Times New Roman"/>
                <a:cs typeface="Times New Roman"/>
                <a:sym typeface="Times New Roman"/>
              </a:rPr>
              <a:t>Increasing</a:t>
            </a:r>
            <a:r>
              <a:rPr lang="nl-NL">
                <a:solidFill>
                  <a:schemeClr val="dk1"/>
                </a:solidFill>
                <a:latin typeface="Times New Roman"/>
                <a:ea typeface="Times New Roman"/>
                <a:cs typeface="Times New Roman"/>
                <a:sym typeface="Times New Roman"/>
              </a:rPr>
              <a:t> the fraction of the population exposed</a:t>
            </a:r>
            <a:endParaRPr/>
          </a:p>
        </p:txBody>
      </p:sp>
      <p:pic>
        <p:nvPicPr>
          <p:cNvPr id="2071" name="Google Shape;2071;p32"/>
          <p:cNvPicPr preferRelativeResize="0"/>
          <p:nvPr/>
        </p:nvPicPr>
        <p:blipFill>
          <a:blip r:embed="rId5">
            <a:alphaModFix/>
          </a:blip>
          <a:stretch>
            <a:fillRect/>
          </a:stretch>
        </p:blipFill>
        <p:spPr>
          <a:xfrm>
            <a:off x="148225" y="2558056"/>
            <a:ext cx="180975" cy="1581150"/>
          </a:xfrm>
          <a:prstGeom prst="rect">
            <a:avLst/>
          </a:prstGeom>
          <a:noFill/>
          <a:ln>
            <a:noFill/>
          </a:ln>
        </p:spPr>
      </p:pic>
      <p:sp>
        <p:nvSpPr>
          <p:cNvPr id="2072" name="Google Shape;2072;p32"/>
          <p:cNvSpPr txBox="1"/>
          <p:nvPr/>
        </p:nvSpPr>
        <p:spPr>
          <a:xfrm>
            <a:off x="8602500" y="134950"/>
            <a:ext cx="358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a:solidFill>
                  <a:schemeClr val="dk1"/>
                </a:solidFill>
                <a:latin typeface="Calibri"/>
                <a:ea typeface="Calibri"/>
                <a:cs typeface="Calibri"/>
                <a:sym typeface="Calibri"/>
              </a:rPr>
              <a:t>20 trajectories initialised with the s</a:t>
            </a:r>
            <a:r>
              <a:rPr lang="nl-NL">
                <a:solidFill>
                  <a:schemeClr val="dk1"/>
                </a:solidFill>
                <a:latin typeface="Calibri"/>
                <a:ea typeface="Calibri"/>
                <a:cs typeface="Calibri"/>
                <a:sym typeface="Calibri"/>
              </a:rPr>
              <a:t>ame seed </a:t>
            </a:r>
            <a:endParaRPr/>
          </a:p>
        </p:txBody>
      </p:sp>
      <p:sp>
        <p:nvSpPr>
          <p:cNvPr id="2073" name="Google Shape;2073;p32"/>
          <p:cNvSpPr txBox="1"/>
          <p:nvPr/>
        </p:nvSpPr>
        <p:spPr>
          <a:xfrm>
            <a:off x="4324275" y="3117775"/>
            <a:ext cx="6816900" cy="4617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NL" sz="1800"/>
              <a:t>GIF available in the results/erdos_renyi_individual.gif</a:t>
            </a:r>
            <a:endParaRPr b="1"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33"/>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pic>
        <p:nvPicPr>
          <p:cNvPr id="2080" name="Google Shape;2080;p33"/>
          <p:cNvPicPr preferRelativeResize="0"/>
          <p:nvPr/>
        </p:nvPicPr>
        <p:blipFill>
          <a:blip r:embed="rId3">
            <a:alphaModFix/>
          </a:blip>
          <a:stretch>
            <a:fillRect/>
          </a:stretch>
        </p:blipFill>
        <p:spPr>
          <a:xfrm>
            <a:off x="324150" y="1514475"/>
            <a:ext cx="2838450" cy="3829050"/>
          </a:xfrm>
          <a:prstGeom prst="rect">
            <a:avLst/>
          </a:prstGeom>
          <a:noFill/>
          <a:ln>
            <a:noFill/>
          </a:ln>
        </p:spPr>
      </p:pic>
      <p:cxnSp>
        <p:nvCxnSpPr>
          <p:cNvPr id="2081" name="Google Shape;2081;p33"/>
          <p:cNvCxnSpPr/>
          <p:nvPr/>
        </p:nvCxnSpPr>
        <p:spPr>
          <a:xfrm>
            <a:off x="742725" y="3214675"/>
            <a:ext cx="1457100" cy="5700"/>
          </a:xfrm>
          <a:prstGeom prst="straightConnector1">
            <a:avLst/>
          </a:prstGeom>
          <a:noFill/>
          <a:ln cap="flat" cmpd="sng" w="28575">
            <a:solidFill>
              <a:srgbClr val="E06666"/>
            </a:solidFill>
            <a:prstDash val="solid"/>
            <a:round/>
            <a:headEnd len="med" w="med" type="none"/>
            <a:tailEnd len="med" w="med" type="triangle"/>
          </a:ln>
        </p:spPr>
      </p:cxnSp>
      <p:pic>
        <p:nvPicPr>
          <p:cNvPr id="2082" name="Google Shape;2082;p33"/>
          <p:cNvPicPr preferRelativeResize="0"/>
          <p:nvPr/>
        </p:nvPicPr>
        <p:blipFill rotWithShape="1">
          <a:blip r:embed="rId4">
            <a:alphaModFix/>
          </a:blip>
          <a:srcRect b="0" l="51038" r="0" t="20792"/>
          <a:stretch/>
        </p:blipFill>
        <p:spPr>
          <a:xfrm>
            <a:off x="1768773" y="5151750"/>
            <a:ext cx="214500" cy="362100"/>
          </a:xfrm>
          <a:prstGeom prst="rect">
            <a:avLst/>
          </a:prstGeom>
          <a:noFill/>
          <a:ln>
            <a:noFill/>
          </a:ln>
        </p:spPr>
      </p:pic>
      <p:sp>
        <p:nvSpPr>
          <p:cNvPr id="2083" name="Google Shape;2083;p33"/>
          <p:cNvSpPr txBox="1"/>
          <p:nvPr/>
        </p:nvSpPr>
        <p:spPr>
          <a:xfrm>
            <a:off x="582525" y="5580650"/>
            <a:ext cx="27072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nl-NL">
                <a:solidFill>
                  <a:schemeClr val="dk1"/>
                </a:solidFill>
                <a:latin typeface="Times New Roman"/>
                <a:ea typeface="Times New Roman"/>
                <a:cs typeface="Times New Roman"/>
                <a:sym typeface="Times New Roman"/>
              </a:rPr>
              <a:t>Same simulation with mean trajectories and variance</a:t>
            </a:r>
            <a:endParaRPr>
              <a:solidFill>
                <a:schemeClr val="dk1"/>
              </a:solidFill>
              <a:latin typeface="Times New Roman"/>
              <a:ea typeface="Times New Roman"/>
              <a:cs typeface="Times New Roman"/>
              <a:sym typeface="Times New Roman"/>
            </a:endParaRPr>
          </a:p>
        </p:txBody>
      </p:sp>
      <p:sp>
        <p:nvSpPr>
          <p:cNvPr id="2084" name="Google Shape;2084;p33"/>
          <p:cNvSpPr txBox="1"/>
          <p:nvPr>
            <p:ph type="title"/>
          </p:nvPr>
        </p:nvSpPr>
        <p:spPr>
          <a:xfrm>
            <a:off x="413113" y="535152"/>
            <a:ext cx="11185200" cy="8856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nl-NL">
                <a:solidFill>
                  <a:srgbClr val="BC0031"/>
                </a:solidFill>
              </a:rPr>
              <a:t>Crossing the tipping point</a:t>
            </a:r>
            <a:endParaRPr>
              <a:solidFill>
                <a:srgbClr val="BC0031"/>
              </a:solidFill>
            </a:endParaRPr>
          </a:p>
        </p:txBody>
      </p:sp>
      <p:pic>
        <p:nvPicPr>
          <p:cNvPr id="2085" name="Google Shape;2085;p33"/>
          <p:cNvPicPr preferRelativeResize="0"/>
          <p:nvPr/>
        </p:nvPicPr>
        <p:blipFill>
          <a:blip r:embed="rId5">
            <a:alphaModFix/>
          </a:blip>
          <a:stretch>
            <a:fillRect/>
          </a:stretch>
        </p:blipFill>
        <p:spPr>
          <a:xfrm>
            <a:off x="148225" y="2558056"/>
            <a:ext cx="180975" cy="1581150"/>
          </a:xfrm>
          <a:prstGeom prst="rect">
            <a:avLst/>
          </a:prstGeom>
          <a:noFill/>
          <a:ln>
            <a:noFill/>
          </a:ln>
        </p:spPr>
      </p:pic>
      <p:sp>
        <p:nvSpPr>
          <p:cNvPr id="2086" name="Google Shape;2086;p33"/>
          <p:cNvSpPr txBox="1"/>
          <p:nvPr/>
        </p:nvSpPr>
        <p:spPr>
          <a:xfrm>
            <a:off x="4414850" y="3278550"/>
            <a:ext cx="7002300" cy="431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NL" sz="1600"/>
              <a:t>GIF available in the results/erdos_renyi_lambda_sweep.gif</a:t>
            </a:r>
            <a:endParaRPr b="1"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1" name="Shape 2091"/>
        <p:cNvGrpSpPr/>
        <p:nvPr/>
      </p:nvGrpSpPr>
      <p:grpSpPr>
        <a:xfrm>
          <a:off x="0" y="0"/>
          <a:ext cx="0" cy="0"/>
          <a:chOff x="0" y="0"/>
          <a:chExt cx="0" cy="0"/>
        </a:xfrm>
      </p:grpSpPr>
      <p:sp>
        <p:nvSpPr>
          <p:cNvPr id="2092" name="Google Shape;2092;p34"/>
          <p:cNvSpPr txBox="1"/>
          <p:nvPr>
            <p:ph idx="4294967295" type="body"/>
          </p:nvPr>
        </p:nvSpPr>
        <p:spPr>
          <a:xfrm>
            <a:off x="17642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Erdos-Renyi</a:t>
            </a:r>
            <a:endParaRPr b="1"/>
          </a:p>
        </p:txBody>
      </p:sp>
      <p:sp>
        <p:nvSpPr>
          <p:cNvPr id="2093" name="Google Shape;2093;p34"/>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2094" name="Google Shape;2094;p34"/>
          <p:cNvSpPr txBox="1"/>
          <p:nvPr>
            <p:ph idx="4294967295" type="body"/>
          </p:nvPr>
        </p:nvSpPr>
        <p:spPr>
          <a:xfrm>
            <a:off x="51314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Small-World</a:t>
            </a:r>
            <a:endParaRPr b="1"/>
          </a:p>
        </p:txBody>
      </p:sp>
      <p:sp>
        <p:nvSpPr>
          <p:cNvPr id="2095" name="Google Shape;2095;p34"/>
          <p:cNvSpPr txBox="1"/>
          <p:nvPr>
            <p:ph idx="4294967295" type="body"/>
          </p:nvPr>
        </p:nvSpPr>
        <p:spPr>
          <a:xfrm>
            <a:off x="89570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Scale-Free</a:t>
            </a:r>
            <a:endParaRPr b="1"/>
          </a:p>
        </p:txBody>
      </p:sp>
      <p:pic>
        <p:nvPicPr>
          <p:cNvPr id="2096" name="Google Shape;2096;p34"/>
          <p:cNvPicPr preferRelativeResize="0"/>
          <p:nvPr/>
        </p:nvPicPr>
        <p:blipFill>
          <a:blip r:embed="rId3">
            <a:alphaModFix/>
          </a:blip>
          <a:stretch>
            <a:fillRect/>
          </a:stretch>
        </p:blipFill>
        <p:spPr>
          <a:xfrm>
            <a:off x="852375" y="1328900"/>
            <a:ext cx="2838450" cy="3829050"/>
          </a:xfrm>
          <a:prstGeom prst="rect">
            <a:avLst/>
          </a:prstGeom>
          <a:noFill/>
          <a:ln>
            <a:noFill/>
          </a:ln>
        </p:spPr>
      </p:pic>
      <p:pic>
        <p:nvPicPr>
          <p:cNvPr id="2097" name="Google Shape;2097;p34"/>
          <p:cNvPicPr preferRelativeResize="0"/>
          <p:nvPr/>
        </p:nvPicPr>
        <p:blipFill>
          <a:blip r:embed="rId4">
            <a:alphaModFix/>
          </a:blip>
          <a:stretch>
            <a:fillRect/>
          </a:stretch>
        </p:blipFill>
        <p:spPr>
          <a:xfrm>
            <a:off x="7739175" y="1328900"/>
            <a:ext cx="2781300" cy="3829050"/>
          </a:xfrm>
          <a:prstGeom prst="rect">
            <a:avLst/>
          </a:prstGeom>
          <a:noFill/>
          <a:ln>
            <a:noFill/>
          </a:ln>
        </p:spPr>
      </p:pic>
      <p:pic>
        <p:nvPicPr>
          <p:cNvPr id="2098" name="Google Shape;2098;p34"/>
          <p:cNvPicPr preferRelativeResize="0"/>
          <p:nvPr/>
        </p:nvPicPr>
        <p:blipFill>
          <a:blip r:embed="rId5">
            <a:alphaModFix/>
          </a:blip>
          <a:stretch>
            <a:fillRect/>
          </a:stretch>
        </p:blipFill>
        <p:spPr>
          <a:xfrm>
            <a:off x="4222103" y="1350610"/>
            <a:ext cx="2809875" cy="3781425"/>
          </a:xfrm>
          <a:prstGeom prst="rect">
            <a:avLst/>
          </a:prstGeom>
          <a:noFill/>
          <a:ln>
            <a:noFill/>
          </a:ln>
        </p:spPr>
      </p:pic>
      <p:pic>
        <p:nvPicPr>
          <p:cNvPr id="2099" name="Google Shape;2099;p34"/>
          <p:cNvPicPr preferRelativeResize="0"/>
          <p:nvPr/>
        </p:nvPicPr>
        <p:blipFill>
          <a:blip r:embed="rId6">
            <a:alphaModFix/>
          </a:blip>
          <a:stretch>
            <a:fillRect/>
          </a:stretch>
        </p:blipFill>
        <p:spPr>
          <a:xfrm>
            <a:off x="1600200" y="5105400"/>
            <a:ext cx="1475998" cy="306000"/>
          </a:xfrm>
          <a:prstGeom prst="rect">
            <a:avLst/>
          </a:prstGeom>
          <a:noFill/>
          <a:ln>
            <a:noFill/>
          </a:ln>
        </p:spPr>
      </p:pic>
      <p:pic>
        <p:nvPicPr>
          <p:cNvPr id="2100" name="Google Shape;2100;p34"/>
          <p:cNvPicPr preferRelativeResize="0"/>
          <p:nvPr/>
        </p:nvPicPr>
        <p:blipFill>
          <a:blip r:embed="rId6">
            <a:alphaModFix/>
          </a:blip>
          <a:stretch>
            <a:fillRect/>
          </a:stretch>
        </p:blipFill>
        <p:spPr>
          <a:xfrm>
            <a:off x="4953000" y="5105400"/>
            <a:ext cx="1475998" cy="306000"/>
          </a:xfrm>
          <a:prstGeom prst="rect">
            <a:avLst/>
          </a:prstGeom>
          <a:noFill/>
          <a:ln>
            <a:noFill/>
          </a:ln>
        </p:spPr>
      </p:pic>
      <p:pic>
        <p:nvPicPr>
          <p:cNvPr id="2101" name="Google Shape;2101;p34"/>
          <p:cNvPicPr preferRelativeResize="0"/>
          <p:nvPr/>
        </p:nvPicPr>
        <p:blipFill>
          <a:blip r:embed="rId6">
            <a:alphaModFix/>
          </a:blip>
          <a:stretch>
            <a:fillRect/>
          </a:stretch>
        </p:blipFill>
        <p:spPr>
          <a:xfrm>
            <a:off x="8686800" y="5105400"/>
            <a:ext cx="1475998" cy="306000"/>
          </a:xfrm>
          <a:prstGeom prst="rect">
            <a:avLst/>
          </a:prstGeom>
          <a:noFill/>
          <a:ln>
            <a:noFill/>
          </a:ln>
        </p:spPr>
      </p:pic>
      <p:pic>
        <p:nvPicPr>
          <p:cNvPr id="2102" name="Google Shape;2102;p34"/>
          <p:cNvPicPr preferRelativeResize="0"/>
          <p:nvPr/>
        </p:nvPicPr>
        <p:blipFill rotWithShape="1">
          <a:blip r:embed="rId7">
            <a:alphaModFix/>
          </a:blip>
          <a:srcRect b="0" l="0" r="10104" t="0"/>
          <a:stretch/>
        </p:blipFill>
        <p:spPr>
          <a:xfrm>
            <a:off x="10894625" y="628650"/>
            <a:ext cx="988350" cy="5595950"/>
          </a:xfrm>
          <a:prstGeom prst="rect">
            <a:avLst/>
          </a:prstGeom>
          <a:noFill/>
          <a:ln>
            <a:noFill/>
          </a:ln>
        </p:spPr>
      </p:pic>
      <p:sp>
        <p:nvSpPr>
          <p:cNvPr id="2103" name="Google Shape;2103;p34"/>
          <p:cNvSpPr txBox="1"/>
          <p:nvPr>
            <p:ph idx="4294967295" type="body"/>
          </p:nvPr>
        </p:nvSpPr>
        <p:spPr>
          <a:xfrm>
            <a:off x="184950" y="6422650"/>
            <a:ext cx="113760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lang="nl-NL"/>
              <a:t>Findings: the </a:t>
            </a:r>
            <a:r>
              <a:rPr lang="nl-NL"/>
              <a:t>transition</a:t>
            </a:r>
            <a:r>
              <a:rPr lang="nl-NL"/>
              <a:t> between regions happen at </a:t>
            </a:r>
            <a:r>
              <a:rPr lang="nl-NL"/>
              <a:t>different</a:t>
            </a:r>
            <a:r>
              <a:rPr lang="nl-NL"/>
              <a:t> values of temperature and fraction of population exposed to the propaganda.</a:t>
            </a:r>
            <a:endParaRPr/>
          </a:p>
        </p:txBody>
      </p:sp>
      <p:pic>
        <p:nvPicPr>
          <p:cNvPr id="2104" name="Google Shape;2104;p34"/>
          <p:cNvPicPr preferRelativeResize="0"/>
          <p:nvPr/>
        </p:nvPicPr>
        <p:blipFill>
          <a:blip r:embed="rId8">
            <a:alphaModFix/>
          </a:blip>
          <a:stretch>
            <a:fillRect/>
          </a:stretch>
        </p:blipFill>
        <p:spPr>
          <a:xfrm>
            <a:off x="681625" y="2360025"/>
            <a:ext cx="180975" cy="1581150"/>
          </a:xfrm>
          <a:prstGeom prst="rect">
            <a:avLst/>
          </a:prstGeom>
          <a:noFill/>
          <a:ln>
            <a:noFill/>
          </a:ln>
        </p:spPr>
      </p:pic>
      <p:pic>
        <p:nvPicPr>
          <p:cNvPr id="2105" name="Google Shape;2105;p34"/>
          <p:cNvPicPr preferRelativeResize="0"/>
          <p:nvPr/>
        </p:nvPicPr>
        <p:blipFill>
          <a:blip r:embed="rId8">
            <a:alphaModFix/>
          </a:blip>
          <a:stretch>
            <a:fillRect/>
          </a:stretch>
        </p:blipFill>
        <p:spPr>
          <a:xfrm>
            <a:off x="4043950" y="2360025"/>
            <a:ext cx="180975" cy="1581150"/>
          </a:xfrm>
          <a:prstGeom prst="rect">
            <a:avLst/>
          </a:prstGeom>
          <a:noFill/>
          <a:ln>
            <a:noFill/>
          </a:ln>
        </p:spPr>
      </p:pic>
      <p:pic>
        <p:nvPicPr>
          <p:cNvPr id="2106" name="Google Shape;2106;p34"/>
          <p:cNvPicPr preferRelativeResize="0"/>
          <p:nvPr/>
        </p:nvPicPr>
        <p:blipFill>
          <a:blip r:embed="rId8">
            <a:alphaModFix/>
          </a:blip>
          <a:stretch>
            <a:fillRect/>
          </a:stretch>
        </p:blipFill>
        <p:spPr>
          <a:xfrm>
            <a:off x="7549150" y="2360025"/>
            <a:ext cx="180975" cy="1581150"/>
          </a:xfrm>
          <a:prstGeom prst="rect">
            <a:avLst/>
          </a:prstGeom>
          <a:noFill/>
          <a:ln>
            <a:noFill/>
          </a:ln>
        </p:spPr>
      </p:pic>
      <p:sp>
        <p:nvSpPr>
          <p:cNvPr id="2107" name="Google Shape;2107;p34"/>
          <p:cNvSpPr txBox="1"/>
          <p:nvPr/>
        </p:nvSpPr>
        <p:spPr>
          <a:xfrm>
            <a:off x="606025" y="386575"/>
            <a:ext cx="9740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nl-NL">
                <a:solidFill>
                  <a:srgbClr val="BC0031"/>
                </a:solidFill>
                <a:latin typeface="Times New Roman"/>
                <a:ea typeface="Times New Roman"/>
                <a:cs typeface="Times New Roman"/>
                <a:sym typeface="Times New Roman"/>
              </a:rPr>
              <a:t>H2: For a given size, the topology of the network influences belief spread.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35"/>
          <p:cNvSpPr txBox="1"/>
          <p:nvPr>
            <p:ph idx="4294967295" type="body"/>
          </p:nvPr>
        </p:nvSpPr>
        <p:spPr>
          <a:xfrm>
            <a:off x="17642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Erdos-Renyi</a:t>
            </a:r>
            <a:endParaRPr b="1"/>
          </a:p>
        </p:txBody>
      </p:sp>
      <p:sp>
        <p:nvSpPr>
          <p:cNvPr id="2114" name="Google Shape;2114;p35"/>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2115" name="Google Shape;2115;p35"/>
          <p:cNvSpPr txBox="1"/>
          <p:nvPr>
            <p:ph idx="4294967295" type="body"/>
          </p:nvPr>
        </p:nvSpPr>
        <p:spPr>
          <a:xfrm>
            <a:off x="51314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Small-World</a:t>
            </a:r>
            <a:endParaRPr b="1"/>
          </a:p>
        </p:txBody>
      </p:sp>
      <p:sp>
        <p:nvSpPr>
          <p:cNvPr id="2116" name="Google Shape;2116;p35"/>
          <p:cNvSpPr txBox="1"/>
          <p:nvPr>
            <p:ph idx="4294967295" type="body"/>
          </p:nvPr>
        </p:nvSpPr>
        <p:spPr>
          <a:xfrm>
            <a:off x="89570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Scale-Free</a:t>
            </a:r>
            <a:endParaRPr b="1"/>
          </a:p>
        </p:txBody>
      </p:sp>
      <p:pic>
        <p:nvPicPr>
          <p:cNvPr id="2117" name="Google Shape;2117;p35"/>
          <p:cNvPicPr preferRelativeResize="0"/>
          <p:nvPr/>
        </p:nvPicPr>
        <p:blipFill>
          <a:blip r:embed="rId3">
            <a:alphaModFix/>
          </a:blip>
          <a:stretch>
            <a:fillRect/>
          </a:stretch>
        </p:blipFill>
        <p:spPr>
          <a:xfrm>
            <a:off x="852375" y="1328900"/>
            <a:ext cx="2838450" cy="3829050"/>
          </a:xfrm>
          <a:prstGeom prst="rect">
            <a:avLst/>
          </a:prstGeom>
          <a:noFill/>
          <a:ln>
            <a:noFill/>
          </a:ln>
        </p:spPr>
      </p:pic>
      <p:pic>
        <p:nvPicPr>
          <p:cNvPr id="2118" name="Google Shape;2118;p35"/>
          <p:cNvPicPr preferRelativeResize="0"/>
          <p:nvPr/>
        </p:nvPicPr>
        <p:blipFill>
          <a:blip r:embed="rId4">
            <a:alphaModFix/>
          </a:blip>
          <a:stretch>
            <a:fillRect/>
          </a:stretch>
        </p:blipFill>
        <p:spPr>
          <a:xfrm>
            <a:off x="7739175" y="1328900"/>
            <a:ext cx="2781300" cy="3829050"/>
          </a:xfrm>
          <a:prstGeom prst="rect">
            <a:avLst/>
          </a:prstGeom>
          <a:noFill/>
          <a:ln>
            <a:noFill/>
          </a:ln>
        </p:spPr>
      </p:pic>
      <p:pic>
        <p:nvPicPr>
          <p:cNvPr id="2119" name="Google Shape;2119;p35"/>
          <p:cNvPicPr preferRelativeResize="0"/>
          <p:nvPr/>
        </p:nvPicPr>
        <p:blipFill>
          <a:blip r:embed="rId5">
            <a:alphaModFix/>
          </a:blip>
          <a:stretch>
            <a:fillRect/>
          </a:stretch>
        </p:blipFill>
        <p:spPr>
          <a:xfrm>
            <a:off x="4222103" y="1350610"/>
            <a:ext cx="2809875" cy="3781425"/>
          </a:xfrm>
          <a:prstGeom prst="rect">
            <a:avLst/>
          </a:prstGeom>
          <a:noFill/>
          <a:ln>
            <a:noFill/>
          </a:ln>
        </p:spPr>
      </p:pic>
      <p:pic>
        <p:nvPicPr>
          <p:cNvPr id="2120" name="Google Shape;2120;p35"/>
          <p:cNvPicPr preferRelativeResize="0"/>
          <p:nvPr/>
        </p:nvPicPr>
        <p:blipFill>
          <a:blip r:embed="rId6">
            <a:alphaModFix/>
          </a:blip>
          <a:stretch>
            <a:fillRect/>
          </a:stretch>
        </p:blipFill>
        <p:spPr>
          <a:xfrm>
            <a:off x="1600200" y="5105400"/>
            <a:ext cx="1475998" cy="306000"/>
          </a:xfrm>
          <a:prstGeom prst="rect">
            <a:avLst/>
          </a:prstGeom>
          <a:noFill/>
          <a:ln>
            <a:noFill/>
          </a:ln>
        </p:spPr>
      </p:pic>
      <p:pic>
        <p:nvPicPr>
          <p:cNvPr id="2121" name="Google Shape;2121;p35"/>
          <p:cNvPicPr preferRelativeResize="0"/>
          <p:nvPr/>
        </p:nvPicPr>
        <p:blipFill>
          <a:blip r:embed="rId6">
            <a:alphaModFix/>
          </a:blip>
          <a:stretch>
            <a:fillRect/>
          </a:stretch>
        </p:blipFill>
        <p:spPr>
          <a:xfrm>
            <a:off x="4953000" y="5105400"/>
            <a:ext cx="1475998" cy="306000"/>
          </a:xfrm>
          <a:prstGeom prst="rect">
            <a:avLst/>
          </a:prstGeom>
          <a:noFill/>
          <a:ln>
            <a:noFill/>
          </a:ln>
        </p:spPr>
      </p:pic>
      <p:pic>
        <p:nvPicPr>
          <p:cNvPr id="2122" name="Google Shape;2122;p35"/>
          <p:cNvPicPr preferRelativeResize="0"/>
          <p:nvPr/>
        </p:nvPicPr>
        <p:blipFill>
          <a:blip r:embed="rId6">
            <a:alphaModFix/>
          </a:blip>
          <a:stretch>
            <a:fillRect/>
          </a:stretch>
        </p:blipFill>
        <p:spPr>
          <a:xfrm>
            <a:off x="8686800" y="5105400"/>
            <a:ext cx="1475998" cy="306000"/>
          </a:xfrm>
          <a:prstGeom prst="rect">
            <a:avLst/>
          </a:prstGeom>
          <a:noFill/>
          <a:ln>
            <a:noFill/>
          </a:ln>
        </p:spPr>
      </p:pic>
      <p:pic>
        <p:nvPicPr>
          <p:cNvPr id="2123" name="Google Shape;2123;p35"/>
          <p:cNvPicPr preferRelativeResize="0"/>
          <p:nvPr/>
        </p:nvPicPr>
        <p:blipFill rotWithShape="1">
          <a:blip r:embed="rId7">
            <a:alphaModFix/>
          </a:blip>
          <a:srcRect b="0" l="0" r="10104" t="0"/>
          <a:stretch/>
        </p:blipFill>
        <p:spPr>
          <a:xfrm>
            <a:off x="10894625" y="628650"/>
            <a:ext cx="988350" cy="5595950"/>
          </a:xfrm>
          <a:prstGeom prst="rect">
            <a:avLst/>
          </a:prstGeom>
          <a:noFill/>
          <a:ln>
            <a:noFill/>
          </a:ln>
        </p:spPr>
      </p:pic>
      <p:sp>
        <p:nvSpPr>
          <p:cNvPr id="2124" name="Google Shape;2124;p35"/>
          <p:cNvSpPr txBox="1"/>
          <p:nvPr>
            <p:ph idx="4294967295" type="body"/>
          </p:nvPr>
        </p:nvSpPr>
        <p:spPr>
          <a:xfrm>
            <a:off x="184950" y="6422650"/>
            <a:ext cx="113760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lang="nl-NL"/>
              <a:t>Findings: the transition between regions happen at different values of temperature and fraction of population exposed to the propaganda.</a:t>
            </a:r>
            <a:endParaRPr/>
          </a:p>
        </p:txBody>
      </p:sp>
      <p:pic>
        <p:nvPicPr>
          <p:cNvPr id="2125" name="Google Shape;2125;p35"/>
          <p:cNvPicPr preferRelativeResize="0"/>
          <p:nvPr/>
        </p:nvPicPr>
        <p:blipFill>
          <a:blip r:embed="rId8">
            <a:alphaModFix/>
          </a:blip>
          <a:stretch>
            <a:fillRect/>
          </a:stretch>
        </p:blipFill>
        <p:spPr>
          <a:xfrm>
            <a:off x="681625" y="2360025"/>
            <a:ext cx="180975" cy="1581150"/>
          </a:xfrm>
          <a:prstGeom prst="rect">
            <a:avLst/>
          </a:prstGeom>
          <a:noFill/>
          <a:ln>
            <a:noFill/>
          </a:ln>
        </p:spPr>
      </p:pic>
      <p:pic>
        <p:nvPicPr>
          <p:cNvPr id="2126" name="Google Shape;2126;p35"/>
          <p:cNvPicPr preferRelativeResize="0"/>
          <p:nvPr/>
        </p:nvPicPr>
        <p:blipFill>
          <a:blip r:embed="rId8">
            <a:alphaModFix/>
          </a:blip>
          <a:stretch>
            <a:fillRect/>
          </a:stretch>
        </p:blipFill>
        <p:spPr>
          <a:xfrm>
            <a:off x="4043950" y="2360025"/>
            <a:ext cx="180975" cy="1581150"/>
          </a:xfrm>
          <a:prstGeom prst="rect">
            <a:avLst/>
          </a:prstGeom>
          <a:noFill/>
          <a:ln>
            <a:noFill/>
          </a:ln>
        </p:spPr>
      </p:pic>
      <p:pic>
        <p:nvPicPr>
          <p:cNvPr id="2127" name="Google Shape;2127;p35"/>
          <p:cNvPicPr preferRelativeResize="0"/>
          <p:nvPr/>
        </p:nvPicPr>
        <p:blipFill>
          <a:blip r:embed="rId8">
            <a:alphaModFix/>
          </a:blip>
          <a:stretch>
            <a:fillRect/>
          </a:stretch>
        </p:blipFill>
        <p:spPr>
          <a:xfrm>
            <a:off x="7549150" y="2360025"/>
            <a:ext cx="180975" cy="1581150"/>
          </a:xfrm>
          <a:prstGeom prst="rect">
            <a:avLst/>
          </a:prstGeom>
          <a:noFill/>
          <a:ln>
            <a:noFill/>
          </a:ln>
        </p:spPr>
      </p:pic>
      <p:sp>
        <p:nvSpPr>
          <p:cNvPr id="2128" name="Google Shape;2128;p35"/>
          <p:cNvSpPr txBox="1"/>
          <p:nvPr/>
        </p:nvSpPr>
        <p:spPr>
          <a:xfrm>
            <a:off x="606025" y="386575"/>
            <a:ext cx="9740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nl-NL">
                <a:solidFill>
                  <a:srgbClr val="BC0031"/>
                </a:solidFill>
                <a:latin typeface="Times New Roman"/>
                <a:ea typeface="Times New Roman"/>
                <a:cs typeface="Times New Roman"/>
                <a:sym typeface="Times New Roman"/>
              </a:rPr>
              <a:t>H2: For a given size, the topology of the network influences belief spread. </a:t>
            </a:r>
            <a:endParaRPr/>
          </a:p>
        </p:txBody>
      </p:sp>
      <p:sp>
        <p:nvSpPr>
          <p:cNvPr id="2129" name="Google Shape;2129;p35"/>
          <p:cNvSpPr/>
          <p:nvPr/>
        </p:nvSpPr>
        <p:spPr>
          <a:xfrm>
            <a:off x="4043950" y="1182700"/>
            <a:ext cx="2049894" cy="3117474"/>
          </a:xfrm>
          <a:prstGeom prst="flowChartTerminator">
            <a:avLst/>
          </a:prstGeom>
          <a:noFill/>
          <a:ln cap="flat" cmpd="sng" w="76200">
            <a:solidFill>
              <a:srgbClr val="BC003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sp>
        <p:nvSpPr>
          <p:cNvPr id="2135" name="Google Shape;2135;p36"/>
          <p:cNvSpPr txBox="1"/>
          <p:nvPr>
            <p:ph idx="4294967295" type="body"/>
          </p:nvPr>
        </p:nvSpPr>
        <p:spPr>
          <a:xfrm>
            <a:off x="17642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Erdos-Renyi</a:t>
            </a:r>
            <a:endParaRPr b="1"/>
          </a:p>
        </p:txBody>
      </p:sp>
      <p:sp>
        <p:nvSpPr>
          <p:cNvPr id="2136" name="Google Shape;2136;p36"/>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2137" name="Google Shape;2137;p36"/>
          <p:cNvSpPr txBox="1"/>
          <p:nvPr>
            <p:ph idx="4294967295" type="body"/>
          </p:nvPr>
        </p:nvSpPr>
        <p:spPr>
          <a:xfrm>
            <a:off x="51314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Small-World</a:t>
            </a:r>
            <a:endParaRPr b="1"/>
          </a:p>
        </p:txBody>
      </p:sp>
      <p:sp>
        <p:nvSpPr>
          <p:cNvPr id="2138" name="Google Shape;2138;p36"/>
          <p:cNvSpPr txBox="1"/>
          <p:nvPr>
            <p:ph idx="4294967295" type="body"/>
          </p:nvPr>
        </p:nvSpPr>
        <p:spPr>
          <a:xfrm>
            <a:off x="8957062" y="1092711"/>
            <a:ext cx="31032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b="1" lang="nl-NL"/>
              <a:t>Scale-Free</a:t>
            </a:r>
            <a:endParaRPr b="1"/>
          </a:p>
        </p:txBody>
      </p:sp>
      <p:pic>
        <p:nvPicPr>
          <p:cNvPr id="2139" name="Google Shape;2139;p36"/>
          <p:cNvPicPr preferRelativeResize="0"/>
          <p:nvPr/>
        </p:nvPicPr>
        <p:blipFill>
          <a:blip r:embed="rId3">
            <a:alphaModFix/>
          </a:blip>
          <a:stretch>
            <a:fillRect/>
          </a:stretch>
        </p:blipFill>
        <p:spPr>
          <a:xfrm>
            <a:off x="852375" y="1328900"/>
            <a:ext cx="2838450" cy="3829050"/>
          </a:xfrm>
          <a:prstGeom prst="rect">
            <a:avLst/>
          </a:prstGeom>
          <a:noFill/>
          <a:ln>
            <a:noFill/>
          </a:ln>
        </p:spPr>
      </p:pic>
      <p:pic>
        <p:nvPicPr>
          <p:cNvPr id="2140" name="Google Shape;2140;p36"/>
          <p:cNvPicPr preferRelativeResize="0"/>
          <p:nvPr/>
        </p:nvPicPr>
        <p:blipFill>
          <a:blip r:embed="rId4">
            <a:alphaModFix/>
          </a:blip>
          <a:stretch>
            <a:fillRect/>
          </a:stretch>
        </p:blipFill>
        <p:spPr>
          <a:xfrm>
            <a:off x="7739175" y="1328900"/>
            <a:ext cx="2781300" cy="3829050"/>
          </a:xfrm>
          <a:prstGeom prst="rect">
            <a:avLst/>
          </a:prstGeom>
          <a:noFill/>
          <a:ln>
            <a:noFill/>
          </a:ln>
        </p:spPr>
      </p:pic>
      <p:pic>
        <p:nvPicPr>
          <p:cNvPr id="2141" name="Google Shape;2141;p36"/>
          <p:cNvPicPr preferRelativeResize="0"/>
          <p:nvPr/>
        </p:nvPicPr>
        <p:blipFill>
          <a:blip r:embed="rId5">
            <a:alphaModFix/>
          </a:blip>
          <a:stretch>
            <a:fillRect/>
          </a:stretch>
        </p:blipFill>
        <p:spPr>
          <a:xfrm>
            <a:off x="4222103" y="1350610"/>
            <a:ext cx="2809875" cy="3781425"/>
          </a:xfrm>
          <a:prstGeom prst="rect">
            <a:avLst/>
          </a:prstGeom>
          <a:noFill/>
          <a:ln>
            <a:noFill/>
          </a:ln>
        </p:spPr>
      </p:pic>
      <p:pic>
        <p:nvPicPr>
          <p:cNvPr id="2142" name="Google Shape;2142;p36"/>
          <p:cNvPicPr preferRelativeResize="0"/>
          <p:nvPr/>
        </p:nvPicPr>
        <p:blipFill>
          <a:blip r:embed="rId6">
            <a:alphaModFix/>
          </a:blip>
          <a:stretch>
            <a:fillRect/>
          </a:stretch>
        </p:blipFill>
        <p:spPr>
          <a:xfrm>
            <a:off x="1600200" y="5105400"/>
            <a:ext cx="1475998" cy="306000"/>
          </a:xfrm>
          <a:prstGeom prst="rect">
            <a:avLst/>
          </a:prstGeom>
          <a:noFill/>
          <a:ln>
            <a:noFill/>
          </a:ln>
        </p:spPr>
      </p:pic>
      <p:pic>
        <p:nvPicPr>
          <p:cNvPr id="2143" name="Google Shape;2143;p36"/>
          <p:cNvPicPr preferRelativeResize="0"/>
          <p:nvPr/>
        </p:nvPicPr>
        <p:blipFill>
          <a:blip r:embed="rId6">
            <a:alphaModFix/>
          </a:blip>
          <a:stretch>
            <a:fillRect/>
          </a:stretch>
        </p:blipFill>
        <p:spPr>
          <a:xfrm>
            <a:off x="4953000" y="5105400"/>
            <a:ext cx="1475998" cy="306000"/>
          </a:xfrm>
          <a:prstGeom prst="rect">
            <a:avLst/>
          </a:prstGeom>
          <a:noFill/>
          <a:ln>
            <a:noFill/>
          </a:ln>
        </p:spPr>
      </p:pic>
      <p:pic>
        <p:nvPicPr>
          <p:cNvPr id="2144" name="Google Shape;2144;p36"/>
          <p:cNvPicPr preferRelativeResize="0"/>
          <p:nvPr/>
        </p:nvPicPr>
        <p:blipFill>
          <a:blip r:embed="rId6">
            <a:alphaModFix/>
          </a:blip>
          <a:stretch>
            <a:fillRect/>
          </a:stretch>
        </p:blipFill>
        <p:spPr>
          <a:xfrm>
            <a:off x="8686800" y="5105400"/>
            <a:ext cx="1475998" cy="306000"/>
          </a:xfrm>
          <a:prstGeom prst="rect">
            <a:avLst/>
          </a:prstGeom>
          <a:noFill/>
          <a:ln>
            <a:noFill/>
          </a:ln>
        </p:spPr>
      </p:pic>
      <p:pic>
        <p:nvPicPr>
          <p:cNvPr id="2145" name="Google Shape;2145;p36"/>
          <p:cNvPicPr preferRelativeResize="0"/>
          <p:nvPr/>
        </p:nvPicPr>
        <p:blipFill rotWithShape="1">
          <a:blip r:embed="rId7">
            <a:alphaModFix/>
          </a:blip>
          <a:srcRect b="0" l="0" r="10104" t="0"/>
          <a:stretch/>
        </p:blipFill>
        <p:spPr>
          <a:xfrm>
            <a:off x="10894625" y="628650"/>
            <a:ext cx="988350" cy="5595950"/>
          </a:xfrm>
          <a:prstGeom prst="rect">
            <a:avLst/>
          </a:prstGeom>
          <a:noFill/>
          <a:ln>
            <a:noFill/>
          </a:ln>
        </p:spPr>
      </p:pic>
      <p:sp>
        <p:nvSpPr>
          <p:cNvPr id="2146" name="Google Shape;2146;p36"/>
          <p:cNvSpPr txBox="1"/>
          <p:nvPr>
            <p:ph idx="4294967295" type="body"/>
          </p:nvPr>
        </p:nvSpPr>
        <p:spPr>
          <a:xfrm>
            <a:off x="184950" y="6422650"/>
            <a:ext cx="11376000" cy="306000"/>
          </a:xfrm>
          <a:prstGeom prst="rect">
            <a:avLst/>
          </a:prstGeom>
        </p:spPr>
        <p:txBody>
          <a:bodyPr anchorCtr="0" anchor="t" bIns="0" lIns="0" spcFirstLastPara="1" rIns="0" wrap="square" tIns="0">
            <a:noAutofit/>
          </a:bodyPr>
          <a:lstStyle/>
          <a:p>
            <a:pPr indent="0" lvl="0" marL="0" rtl="0" algn="l">
              <a:spcBef>
                <a:spcPts val="600"/>
              </a:spcBef>
              <a:spcAft>
                <a:spcPts val="600"/>
              </a:spcAft>
              <a:buNone/>
            </a:pPr>
            <a:r>
              <a:rPr lang="nl-NL"/>
              <a:t>Findings: the transition between regions happen at different values of temperature and fraction of population exposed to the propaganda.</a:t>
            </a:r>
            <a:endParaRPr/>
          </a:p>
        </p:txBody>
      </p:sp>
      <p:pic>
        <p:nvPicPr>
          <p:cNvPr id="2147" name="Google Shape;2147;p36"/>
          <p:cNvPicPr preferRelativeResize="0"/>
          <p:nvPr/>
        </p:nvPicPr>
        <p:blipFill>
          <a:blip r:embed="rId8">
            <a:alphaModFix/>
          </a:blip>
          <a:stretch>
            <a:fillRect/>
          </a:stretch>
        </p:blipFill>
        <p:spPr>
          <a:xfrm>
            <a:off x="681625" y="2360025"/>
            <a:ext cx="180975" cy="1581150"/>
          </a:xfrm>
          <a:prstGeom prst="rect">
            <a:avLst/>
          </a:prstGeom>
          <a:noFill/>
          <a:ln>
            <a:noFill/>
          </a:ln>
        </p:spPr>
      </p:pic>
      <p:pic>
        <p:nvPicPr>
          <p:cNvPr id="2148" name="Google Shape;2148;p36"/>
          <p:cNvPicPr preferRelativeResize="0"/>
          <p:nvPr/>
        </p:nvPicPr>
        <p:blipFill>
          <a:blip r:embed="rId8">
            <a:alphaModFix/>
          </a:blip>
          <a:stretch>
            <a:fillRect/>
          </a:stretch>
        </p:blipFill>
        <p:spPr>
          <a:xfrm>
            <a:off x="4043950" y="2360025"/>
            <a:ext cx="180975" cy="1581150"/>
          </a:xfrm>
          <a:prstGeom prst="rect">
            <a:avLst/>
          </a:prstGeom>
          <a:noFill/>
          <a:ln>
            <a:noFill/>
          </a:ln>
        </p:spPr>
      </p:pic>
      <p:pic>
        <p:nvPicPr>
          <p:cNvPr id="2149" name="Google Shape;2149;p36"/>
          <p:cNvPicPr preferRelativeResize="0"/>
          <p:nvPr/>
        </p:nvPicPr>
        <p:blipFill>
          <a:blip r:embed="rId8">
            <a:alphaModFix/>
          </a:blip>
          <a:stretch>
            <a:fillRect/>
          </a:stretch>
        </p:blipFill>
        <p:spPr>
          <a:xfrm>
            <a:off x="7549150" y="2360025"/>
            <a:ext cx="180975" cy="1581150"/>
          </a:xfrm>
          <a:prstGeom prst="rect">
            <a:avLst/>
          </a:prstGeom>
          <a:noFill/>
          <a:ln>
            <a:noFill/>
          </a:ln>
        </p:spPr>
      </p:pic>
      <p:sp>
        <p:nvSpPr>
          <p:cNvPr id="2150" name="Google Shape;2150;p36"/>
          <p:cNvSpPr txBox="1"/>
          <p:nvPr/>
        </p:nvSpPr>
        <p:spPr>
          <a:xfrm>
            <a:off x="606025" y="386575"/>
            <a:ext cx="97401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nl-NL">
                <a:solidFill>
                  <a:srgbClr val="BC0031"/>
                </a:solidFill>
                <a:latin typeface="Times New Roman"/>
                <a:ea typeface="Times New Roman"/>
                <a:cs typeface="Times New Roman"/>
                <a:sym typeface="Times New Roman"/>
              </a:rPr>
              <a:t>H2: For a given size, the topology of the network influences belief spread. </a:t>
            </a:r>
            <a:endParaRPr/>
          </a:p>
        </p:txBody>
      </p:sp>
      <p:sp>
        <p:nvSpPr>
          <p:cNvPr id="2151" name="Google Shape;2151;p36"/>
          <p:cNvSpPr/>
          <p:nvPr/>
        </p:nvSpPr>
        <p:spPr>
          <a:xfrm>
            <a:off x="7838375" y="4039900"/>
            <a:ext cx="2838456" cy="476280"/>
          </a:xfrm>
          <a:prstGeom prst="flowChartTerminator">
            <a:avLst/>
          </a:prstGeom>
          <a:noFill/>
          <a:ln cap="flat" cmpd="sng" w="76200">
            <a:solidFill>
              <a:srgbClr val="BC003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6" name="Shape 2156"/>
        <p:cNvGrpSpPr/>
        <p:nvPr/>
      </p:nvGrpSpPr>
      <p:grpSpPr>
        <a:xfrm>
          <a:off x="0" y="0"/>
          <a:ext cx="0" cy="0"/>
          <a:chOff x="0" y="0"/>
          <a:chExt cx="0" cy="0"/>
        </a:xfrm>
      </p:grpSpPr>
      <p:sp>
        <p:nvSpPr>
          <p:cNvPr id="2157" name="Google Shape;2157;p37"/>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graphicFrame>
        <p:nvGraphicFramePr>
          <p:cNvPr id="2158" name="Google Shape;2158;p37"/>
          <p:cNvGraphicFramePr/>
          <p:nvPr/>
        </p:nvGraphicFramePr>
        <p:xfrm>
          <a:off x="1035175" y="2192400"/>
          <a:ext cx="3000000" cy="3000000"/>
        </p:xfrm>
        <a:graphic>
          <a:graphicData uri="http://schemas.openxmlformats.org/drawingml/2006/table">
            <a:tbl>
              <a:tblPr>
                <a:noFill/>
                <a:tableStyleId>{B759EEFA-4F57-42BD-B4AE-CF6E8A831F0C}</a:tableStyleId>
              </a:tblPr>
              <a:tblGrid>
                <a:gridCol w="1962875"/>
                <a:gridCol w="2890875"/>
                <a:gridCol w="2587475"/>
                <a:gridCol w="2801575"/>
              </a:tblGrid>
              <a:tr h="492850">
                <a:tc>
                  <a:txBody>
                    <a:bodyPr/>
                    <a:lstStyle/>
                    <a:p>
                      <a:pPr indent="0" lvl="0" marL="0" rtl="0" algn="ctr">
                        <a:lnSpc>
                          <a:spcPct val="115000"/>
                        </a:lnSpc>
                        <a:spcBef>
                          <a:spcPts val="0"/>
                        </a:spcBef>
                        <a:spcAft>
                          <a:spcPts val="0"/>
                        </a:spcAft>
                        <a:buNone/>
                      </a:pPr>
                      <a:r>
                        <a:rPr b="1" lang="nl-NL" sz="1700">
                          <a:solidFill>
                            <a:srgbClr val="1F1F1F"/>
                          </a:solidFill>
                          <a:latin typeface="Times New Roman"/>
                          <a:ea typeface="Times New Roman"/>
                          <a:cs typeface="Times New Roman"/>
                          <a:sym typeface="Times New Roman"/>
                        </a:rPr>
                        <a:t>Behavior</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nl-NL" sz="1700">
                          <a:solidFill>
                            <a:srgbClr val="1F1F1F"/>
                          </a:solidFill>
                          <a:latin typeface="Times New Roman"/>
                          <a:ea typeface="Times New Roman"/>
                          <a:cs typeface="Times New Roman"/>
                          <a:sym typeface="Times New Roman"/>
                        </a:rPr>
                        <a:t>Erdős–Rényi (β,λ)</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Clr>
                          <a:schemeClr val="dk1"/>
                        </a:buClr>
                        <a:buSzPts val="1100"/>
                        <a:buFont typeface="Arial"/>
                        <a:buNone/>
                      </a:pPr>
                      <a:r>
                        <a:rPr b="1" lang="nl-NL" sz="1700">
                          <a:solidFill>
                            <a:srgbClr val="1F1F1F"/>
                          </a:solidFill>
                          <a:latin typeface="Times New Roman"/>
                          <a:ea typeface="Times New Roman"/>
                          <a:cs typeface="Times New Roman"/>
                          <a:sym typeface="Times New Roman"/>
                        </a:rPr>
                        <a:t>Small-World (β,λ)</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nl-NL" sz="1700">
                          <a:solidFill>
                            <a:srgbClr val="1F1F1F"/>
                          </a:solidFill>
                          <a:latin typeface="Times New Roman"/>
                          <a:ea typeface="Times New Roman"/>
                          <a:cs typeface="Times New Roman"/>
                          <a:sym typeface="Times New Roman"/>
                        </a:rPr>
                        <a:t>Scale-Free (β,λ)</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78750">
                <a:tc>
                  <a:txBody>
                    <a:bodyPr/>
                    <a:lstStyle/>
                    <a:p>
                      <a:pPr indent="0" lvl="0" marL="0" rtl="0" algn="ctr">
                        <a:lnSpc>
                          <a:spcPct val="115000"/>
                        </a:lnSpc>
                        <a:spcBef>
                          <a:spcPts val="0"/>
                        </a:spcBef>
                        <a:spcAft>
                          <a:spcPts val="0"/>
                        </a:spcAft>
                        <a:buNone/>
                      </a:pPr>
                      <a:r>
                        <a:rPr b="1" lang="nl-NL" sz="1700">
                          <a:solidFill>
                            <a:srgbClr val="1F1F1F"/>
                          </a:solidFill>
                          <a:latin typeface="Times New Roman"/>
                          <a:ea typeface="Times New Roman"/>
                          <a:cs typeface="Times New Roman"/>
                          <a:sym typeface="Times New Roman"/>
                        </a:rPr>
                        <a:t>Tipping point</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nl-NL" sz="1700">
                          <a:solidFill>
                            <a:srgbClr val="1F1F1F"/>
                          </a:solidFill>
                          <a:latin typeface="Times New Roman"/>
                          <a:ea typeface="Times New Roman"/>
                          <a:cs typeface="Times New Roman"/>
                          <a:sym typeface="Times New Roman"/>
                        </a:rPr>
                        <a:t>(1.5, 0.28)</a:t>
                      </a:r>
                      <a:endParaRPr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nl-NL" sz="1700">
                          <a:solidFill>
                            <a:srgbClr val="1F1F1F"/>
                          </a:solidFill>
                          <a:latin typeface="Times New Roman"/>
                          <a:ea typeface="Times New Roman"/>
                          <a:cs typeface="Times New Roman"/>
                          <a:sym typeface="Times New Roman"/>
                        </a:rPr>
                        <a:t>(1.5, </a:t>
                      </a:r>
                      <a:r>
                        <a:rPr b="1" lang="nl-NL" sz="1700">
                          <a:solidFill>
                            <a:srgbClr val="1F1F1F"/>
                          </a:solidFill>
                          <a:latin typeface="Times New Roman"/>
                          <a:ea typeface="Times New Roman"/>
                          <a:cs typeface="Times New Roman"/>
                          <a:sym typeface="Times New Roman"/>
                        </a:rPr>
                        <a:t>0.50)</a:t>
                      </a:r>
                      <a:endParaRPr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Clr>
                          <a:schemeClr val="dk1"/>
                        </a:buClr>
                        <a:buSzPts val="1100"/>
                        <a:buFont typeface="Arial"/>
                        <a:buNone/>
                      </a:pPr>
                      <a:r>
                        <a:rPr lang="nl-NL" sz="1700">
                          <a:solidFill>
                            <a:srgbClr val="1F1F1F"/>
                          </a:solidFill>
                          <a:latin typeface="Times New Roman"/>
                          <a:ea typeface="Times New Roman"/>
                          <a:cs typeface="Times New Roman"/>
                          <a:sym typeface="Times New Roman"/>
                        </a:rPr>
                        <a:t>(1.5, 0.15)</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r>
              <a:tr h="654000">
                <a:tc>
                  <a:txBody>
                    <a:bodyPr/>
                    <a:lstStyle/>
                    <a:p>
                      <a:pPr indent="0" lvl="0" marL="0" rtl="0" algn="ctr">
                        <a:lnSpc>
                          <a:spcPct val="115000"/>
                        </a:lnSpc>
                        <a:spcBef>
                          <a:spcPts val="0"/>
                        </a:spcBef>
                        <a:spcAft>
                          <a:spcPts val="0"/>
                        </a:spcAft>
                        <a:buNone/>
                      </a:pPr>
                      <a:r>
                        <a:t/>
                      </a:r>
                      <a:endParaRPr b="1"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c>
                  <a:txBody>
                    <a:bodyPr/>
                    <a:lstStyle/>
                    <a:p>
                      <a:pPr indent="0" lvl="0" marL="0" rtl="0" algn="ctr">
                        <a:lnSpc>
                          <a:spcPct val="115000"/>
                        </a:lnSpc>
                        <a:spcBef>
                          <a:spcPts val="0"/>
                        </a:spcBef>
                        <a:spcAft>
                          <a:spcPts val="0"/>
                        </a:spcAft>
                        <a:buNone/>
                      </a:pPr>
                      <a:r>
                        <a:rPr lang="nl-NL" sz="1700">
                          <a:solidFill>
                            <a:srgbClr val="1F1F1F"/>
                          </a:solidFill>
                          <a:latin typeface="Times New Roman"/>
                          <a:ea typeface="Times New Roman"/>
                          <a:cs typeface="Times New Roman"/>
                          <a:sym typeface="Times New Roman"/>
                        </a:rPr>
                        <a:t>Moderate susceptibility</a:t>
                      </a:r>
                      <a:endParaRPr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c>
                  <a:txBody>
                    <a:bodyPr/>
                    <a:lstStyle/>
                    <a:p>
                      <a:pPr indent="0" lvl="0" marL="0" rtl="0" algn="ctr">
                        <a:spcBef>
                          <a:spcPts val="0"/>
                        </a:spcBef>
                        <a:spcAft>
                          <a:spcPts val="0"/>
                        </a:spcAft>
                        <a:buNone/>
                      </a:pPr>
                      <a:r>
                        <a:rPr lang="nl-NL" sz="1500">
                          <a:solidFill>
                            <a:schemeClr val="dk1"/>
                          </a:solidFill>
                          <a:latin typeface="Times New Roman"/>
                          <a:ea typeface="Times New Roman"/>
                          <a:cs typeface="Times New Roman"/>
                          <a:sym typeface="Times New Roman"/>
                        </a:rPr>
                        <a:t>Highly resilient</a:t>
                      </a:r>
                      <a:endParaRPr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c>
                  <a:txBody>
                    <a:bodyPr/>
                    <a:lstStyle/>
                    <a:p>
                      <a:pPr indent="0" lvl="0" marL="0" rtl="0" algn="ctr">
                        <a:spcBef>
                          <a:spcPts val="0"/>
                        </a:spcBef>
                        <a:spcAft>
                          <a:spcPts val="0"/>
                        </a:spcAft>
                        <a:buNone/>
                      </a:pPr>
                      <a:r>
                        <a:rPr lang="nl-NL" sz="1500">
                          <a:solidFill>
                            <a:schemeClr val="dk1"/>
                          </a:solidFill>
                          <a:latin typeface="Times New Roman"/>
                          <a:ea typeface="Times New Roman"/>
                          <a:cs typeface="Times New Roman"/>
                          <a:sym typeface="Times New Roman"/>
                        </a:rPr>
                        <a:t>V</a:t>
                      </a:r>
                      <a:r>
                        <a:rPr lang="nl-NL" sz="1500">
                          <a:solidFill>
                            <a:schemeClr val="dk1"/>
                          </a:solidFill>
                          <a:latin typeface="Times New Roman"/>
                          <a:ea typeface="Times New Roman"/>
                          <a:cs typeface="Times New Roman"/>
                          <a:sym typeface="Times New Roman"/>
                        </a:rPr>
                        <a:t>ulnerable</a:t>
                      </a:r>
                      <a:endParaRPr sz="1700">
                        <a:solidFill>
                          <a:srgbClr val="1F1F1F"/>
                        </a:solidFill>
                        <a:latin typeface="Times New Roman"/>
                        <a:ea typeface="Times New Roman"/>
                        <a:cs typeface="Times New Roman"/>
                        <a:sym typeface="Times New Roman"/>
                      </a:endParaRPr>
                    </a:p>
                  </a:txBody>
                  <a:tcPr marT="76200" marB="76200" marR="114300" marL="114300" anchor="ctr">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A9999"/>
                    </a:solidFill>
                  </a:tcPr>
                </a:tc>
              </a:tr>
            </a:tbl>
          </a:graphicData>
        </a:graphic>
      </p:graphicFrame>
      <p:sp>
        <p:nvSpPr>
          <p:cNvPr id="2159" name="Google Shape;2159;p37"/>
          <p:cNvSpPr txBox="1"/>
          <p:nvPr/>
        </p:nvSpPr>
        <p:spPr>
          <a:xfrm>
            <a:off x="539100" y="1052375"/>
            <a:ext cx="106767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nl-NL">
                <a:solidFill>
                  <a:schemeClr val="dk1"/>
                </a:solidFill>
                <a:latin typeface="Times New Roman"/>
                <a:ea typeface="Times New Roman"/>
                <a:cs typeface="Times New Roman"/>
                <a:sym typeface="Times New Roman"/>
              </a:rPr>
              <a:t>Based on the Voronoi graphs for the 3 </a:t>
            </a:r>
            <a:r>
              <a:rPr lang="nl-NL">
                <a:solidFill>
                  <a:schemeClr val="dk1"/>
                </a:solidFill>
                <a:latin typeface="Times New Roman"/>
                <a:ea typeface="Times New Roman"/>
                <a:cs typeface="Times New Roman"/>
                <a:sym typeface="Times New Roman"/>
              </a:rPr>
              <a:t>topologies</a:t>
            </a:r>
            <a:r>
              <a:rPr lang="nl-NL">
                <a:solidFill>
                  <a:schemeClr val="dk1"/>
                </a:solidFill>
                <a:latin typeface="Times New Roman"/>
                <a:ea typeface="Times New Roman"/>
                <a:cs typeface="Times New Roman"/>
                <a:sym typeface="Times New Roman"/>
              </a:rPr>
              <a:t>, and saw that the system transitions into a </a:t>
            </a:r>
            <a:r>
              <a:rPr lang="nl-NL">
                <a:solidFill>
                  <a:schemeClr val="dk1"/>
                </a:solidFill>
                <a:latin typeface="Times New Roman"/>
                <a:ea typeface="Times New Roman"/>
                <a:cs typeface="Times New Roman"/>
                <a:sym typeface="Times New Roman"/>
              </a:rPr>
              <a:t>different</a:t>
            </a:r>
            <a:r>
              <a:rPr lang="nl-NL">
                <a:solidFill>
                  <a:schemeClr val="dk1"/>
                </a:solidFill>
                <a:latin typeface="Times New Roman"/>
                <a:ea typeface="Times New Roman"/>
                <a:cs typeface="Times New Roman"/>
                <a:sym typeface="Times New Roman"/>
              </a:rPr>
              <a:t> state at differing values of beta and lambda.</a:t>
            </a:r>
            <a:endParaRPr/>
          </a:p>
        </p:txBody>
      </p:sp>
      <p:sp>
        <p:nvSpPr>
          <p:cNvPr id="2160" name="Google Shape;2160;p37"/>
          <p:cNvSpPr txBox="1"/>
          <p:nvPr/>
        </p:nvSpPr>
        <p:spPr>
          <a:xfrm>
            <a:off x="449075" y="4545750"/>
            <a:ext cx="11415000" cy="103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nl-NL">
                <a:solidFill>
                  <a:schemeClr val="dk1"/>
                </a:solidFill>
                <a:latin typeface="Times New Roman"/>
                <a:ea typeface="Times New Roman"/>
                <a:cs typeface="Times New Roman"/>
                <a:sym typeface="Times New Roman"/>
              </a:rPr>
              <a:t>This </a:t>
            </a:r>
            <a:r>
              <a:rPr lang="nl-NL">
                <a:solidFill>
                  <a:schemeClr val="dk1"/>
                </a:solidFill>
                <a:latin typeface="Times New Roman"/>
                <a:ea typeface="Times New Roman"/>
                <a:cs typeface="Times New Roman"/>
                <a:sym typeface="Times New Roman"/>
              </a:rPr>
              <a:t>confirms</a:t>
            </a:r>
            <a:r>
              <a:rPr lang="nl-NL">
                <a:solidFill>
                  <a:schemeClr val="dk1"/>
                </a:solidFill>
                <a:latin typeface="Times New Roman"/>
                <a:ea typeface="Times New Roman"/>
                <a:cs typeface="Times New Roman"/>
                <a:sym typeface="Times New Roman"/>
              </a:rPr>
              <a:t> the second hypothesis:</a:t>
            </a:r>
            <a:endParaRPr>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None/>
            </a:pPr>
            <a:r>
              <a:rPr b="1" lang="nl-NL">
                <a:solidFill>
                  <a:srgbClr val="BC0031"/>
                </a:solidFill>
                <a:latin typeface="Times New Roman"/>
                <a:ea typeface="Times New Roman"/>
                <a:cs typeface="Times New Roman"/>
                <a:sym typeface="Times New Roman"/>
              </a:rPr>
              <a:t>H2: For a given size, the topology of the network influences belief spread. </a:t>
            </a:r>
            <a:endParaRPr b="1">
              <a:solidFill>
                <a:srgbClr val="BC0031"/>
              </a:solidFill>
              <a:latin typeface="Times New Roman"/>
              <a:ea typeface="Times New Roman"/>
              <a:cs typeface="Times New Roman"/>
              <a:sym typeface="Times New Roman"/>
            </a:endParaRPr>
          </a:p>
          <a:p>
            <a:pPr indent="0" lvl="0" marL="0" rtl="0" algn="l">
              <a:lnSpc>
                <a:spcPct val="90000"/>
              </a:lnSpc>
              <a:spcBef>
                <a:spcPts val="0"/>
              </a:spcBef>
              <a:spcAft>
                <a:spcPts val="0"/>
              </a:spcAft>
              <a:buNone/>
            </a:pPr>
            <a:r>
              <a:t/>
            </a:r>
            <a:endParaRPr b="1">
              <a:solidFill>
                <a:srgbClr val="BC003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nl-NL">
                <a:solidFill>
                  <a:schemeClr val="dk1"/>
                </a:solidFill>
                <a:latin typeface="Times New Roman"/>
                <a:ea typeface="Times New Roman"/>
                <a:cs typeface="Times New Roman"/>
                <a:sym typeface="Times New Roman"/>
              </a:rPr>
              <a:t>Scale-free reaches the tipping point at the lowest lambda - meaning this network topology is least resistant to the disinformation.</a:t>
            </a:r>
            <a:endParaRPr>
              <a:solidFill>
                <a:schemeClr val="dk1"/>
              </a:solidFill>
              <a:latin typeface="Times New Roman"/>
              <a:ea typeface="Times New Roman"/>
              <a:cs typeface="Times New Roman"/>
              <a:sym typeface="Times New Roman"/>
            </a:endParaRPr>
          </a:p>
        </p:txBody>
      </p:sp>
      <p:sp>
        <p:nvSpPr>
          <p:cNvPr id="2161" name="Google Shape;2161;p37"/>
          <p:cNvSpPr txBox="1"/>
          <p:nvPr/>
        </p:nvSpPr>
        <p:spPr>
          <a:xfrm>
            <a:off x="539100" y="1667250"/>
            <a:ext cx="9045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nl-NL">
                <a:solidFill>
                  <a:schemeClr val="dk1"/>
                </a:solidFill>
                <a:latin typeface="Times New Roman"/>
                <a:ea typeface="Times New Roman"/>
                <a:cs typeface="Times New Roman"/>
                <a:sym typeface="Times New Roman"/>
              </a:rPr>
              <a:t>Tipping point for the same inverse </a:t>
            </a:r>
            <a:r>
              <a:rPr lang="nl-NL">
                <a:solidFill>
                  <a:schemeClr val="dk1"/>
                </a:solidFill>
                <a:latin typeface="Times New Roman"/>
                <a:ea typeface="Times New Roman"/>
                <a:cs typeface="Times New Roman"/>
                <a:sym typeface="Times New Roman"/>
              </a:rPr>
              <a:t>temperature</a:t>
            </a:r>
            <a:r>
              <a:rPr lang="nl-NL">
                <a:solidFill>
                  <a:schemeClr val="dk1"/>
                </a:solidFill>
                <a:latin typeface="Times New Roman"/>
                <a:ea typeface="Times New Roman"/>
                <a:cs typeface="Times New Roman"/>
                <a:sym typeface="Times New Roman"/>
              </a:rPr>
              <a:t> (</a:t>
            </a:r>
            <a:r>
              <a:rPr b="1" lang="nl-NL" sz="1200">
                <a:solidFill>
                  <a:srgbClr val="1F1F1F"/>
                </a:solidFill>
                <a:latin typeface="Times New Roman"/>
                <a:ea typeface="Times New Roman"/>
                <a:cs typeface="Times New Roman"/>
                <a:sym typeface="Times New Roman"/>
              </a:rPr>
              <a:t>β) all happens at </a:t>
            </a:r>
            <a:r>
              <a:rPr b="1" lang="nl-NL" sz="1200">
                <a:solidFill>
                  <a:srgbClr val="1F1F1F"/>
                </a:solidFill>
                <a:latin typeface="Times New Roman"/>
                <a:ea typeface="Times New Roman"/>
                <a:cs typeface="Times New Roman"/>
                <a:sym typeface="Times New Roman"/>
              </a:rPr>
              <a:t>different</a:t>
            </a:r>
            <a:r>
              <a:rPr b="1" lang="nl-NL" sz="1200">
                <a:solidFill>
                  <a:srgbClr val="1F1F1F"/>
                </a:solidFill>
                <a:latin typeface="Times New Roman"/>
                <a:ea typeface="Times New Roman"/>
                <a:cs typeface="Times New Roman"/>
                <a:sym typeface="Times New Roman"/>
              </a:rPr>
              <a:t> </a:t>
            </a:r>
            <a:r>
              <a:rPr b="1" lang="nl-NL" sz="1200">
                <a:solidFill>
                  <a:srgbClr val="1F1F1F"/>
                </a:solidFill>
                <a:latin typeface="Times New Roman"/>
                <a:ea typeface="Times New Roman"/>
                <a:cs typeface="Times New Roman"/>
                <a:sym typeface="Times New Roman"/>
              </a:rPr>
              <a:t>values</a:t>
            </a:r>
            <a:r>
              <a:rPr b="1" lang="nl-NL" sz="1200">
                <a:solidFill>
                  <a:srgbClr val="1F1F1F"/>
                </a:solidFill>
                <a:latin typeface="Times New Roman"/>
                <a:ea typeface="Times New Roman"/>
                <a:cs typeface="Times New Roman"/>
                <a:sym typeface="Times New Roman"/>
              </a:rPr>
              <a:t> of population fraction (</a:t>
            </a:r>
            <a:r>
              <a:rPr b="1" lang="nl-NL" sz="1200">
                <a:solidFill>
                  <a:srgbClr val="1F1F1F"/>
                </a:solidFill>
                <a:latin typeface="Times New Roman"/>
                <a:ea typeface="Times New Roman"/>
                <a:cs typeface="Times New Roman"/>
                <a:sym typeface="Times New Roman"/>
              </a:rPr>
              <a:t>λ) </a:t>
            </a:r>
            <a:r>
              <a:rPr b="1" lang="nl-NL" sz="1200">
                <a:solidFill>
                  <a:srgbClr val="1F1F1F"/>
                </a:solidFill>
                <a:latin typeface="Times New Roman"/>
                <a:ea typeface="Times New Roman"/>
                <a:cs typeface="Times New Roman"/>
                <a:sym typeface="Times New Roman"/>
              </a:rPr>
              <a:t>for each topology:</a:t>
            </a:r>
            <a:endParaRPr/>
          </a:p>
        </p:txBody>
      </p:sp>
      <p:sp>
        <p:nvSpPr>
          <p:cNvPr id="2162" name="Google Shape;2162;p37"/>
          <p:cNvSpPr txBox="1"/>
          <p:nvPr/>
        </p:nvSpPr>
        <p:spPr>
          <a:xfrm>
            <a:off x="8570775" y="4062525"/>
            <a:ext cx="2707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NL" sz="1000">
                <a:solidFill>
                  <a:schemeClr val="dk1"/>
                </a:solidFill>
                <a:latin typeface="Times New Roman"/>
                <a:ea typeface="Times New Roman"/>
                <a:cs typeface="Times New Roman"/>
                <a:sym typeface="Times New Roman"/>
              </a:rPr>
              <a:t>error </a:t>
            </a:r>
            <a:r>
              <a:rPr lang="nl-NL" sz="1000">
                <a:solidFill>
                  <a:srgbClr val="0A0A0A"/>
                </a:solidFill>
                <a:highlight>
                  <a:srgbClr val="FFFFFF"/>
                </a:highlight>
                <a:latin typeface="Times New Roman"/>
                <a:ea typeface="Times New Roman"/>
                <a:cs typeface="Times New Roman"/>
                <a:sym typeface="Times New Roman"/>
              </a:rPr>
              <a:t>≈</a:t>
            </a:r>
            <a:r>
              <a:rPr lang="nl-NL" sz="1000">
                <a:solidFill>
                  <a:schemeClr val="dk1"/>
                </a:solidFill>
                <a:latin typeface="Times New Roman"/>
                <a:ea typeface="Times New Roman"/>
                <a:cs typeface="Times New Roman"/>
                <a:sym typeface="Times New Roman"/>
              </a:rPr>
              <a:t> the radius of the voronoi cell size</a:t>
            </a:r>
            <a:endParaRPr sz="10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sp>
        <p:nvSpPr>
          <p:cNvPr id="2168" name="Google Shape;2168;p38"/>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nl-NL"/>
              <a:t>‹#›</a:t>
            </a:fld>
            <a:endParaRPr/>
          </a:p>
        </p:txBody>
      </p:sp>
      <p:sp>
        <p:nvSpPr>
          <p:cNvPr id="2169" name="Google Shape;2169;p38"/>
          <p:cNvSpPr txBox="1"/>
          <p:nvPr>
            <p:ph type="title"/>
          </p:nvPr>
        </p:nvSpPr>
        <p:spPr>
          <a:xfrm>
            <a:off x="489313" y="709200"/>
            <a:ext cx="11185200" cy="8856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nl-NL"/>
              <a:t>H3: Strong memory within the population limits disinformation spread.</a:t>
            </a:r>
            <a:endParaRPr/>
          </a:p>
        </p:txBody>
      </p:sp>
      <p:pic>
        <p:nvPicPr>
          <p:cNvPr id="2170" name="Google Shape;2170;p38"/>
          <p:cNvPicPr preferRelativeResize="0"/>
          <p:nvPr/>
        </p:nvPicPr>
        <p:blipFill rotWithShape="1">
          <a:blip r:embed="rId3">
            <a:alphaModFix/>
          </a:blip>
          <a:srcRect b="0" l="5399" r="5940" t="4752"/>
          <a:stretch/>
        </p:blipFill>
        <p:spPr>
          <a:xfrm>
            <a:off x="6555575" y="2290050"/>
            <a:ext cx="4612099" cy="3713351"/>
          </a:xfrm>
          <a:prstGeom prst="rect">
            <a:avLst/>
          </a:prstGeom>
          <a:noFill/>
          <a:ln>
            <a:noFill/>
          </a:ln>
        </p:spPr>
      </p:pic>
      <p:sp>
        <p:nvSpPr>
          <p:cNvPr id="2171" name="Google Shape;2171;p38"/>
          <p:cNvSpPr txBox="1"/>
          <p:nvPr/>
        </p:nvSpPr>
        <p:spPr>
          <a:xfrm>
            <a:off x="596906" y="2486550"/>
            <a:ext cx="5400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a:solidFill>
                  <a:schemeClr val="dk1"/>
                </a:solidFill>
                <a:latin typeface="Times New Roman"/>
                <a:ea typeface="Times New Roman"/>
                <a:cs typeface="Times New Roman"/>
                <a:sym typeface="Times New Roman"/>
              </a:rPr>
              <a:t>Question</a:t>
            </a:r>
            <a:r>
              <a:rPr lang="nl-NL">
                <a:solidFill>
                  <a:schemeClr val="dk1"/>
                </a:solidFill>
                <a:latin typeface="Times New Roman"/>
                <a:ea typeface="Times New Roman"/>
                <a:cs typeface="Times New Roman"/>
                <a:sym typeface="Times New Roman"/>
              </a:rPr>
              <a:t>: How does an increase in cognitive inertia affect the tipping point of the network?</a:t>
            </a:r>
            <a:endParaRPr/>
          </a:p>
        </p:txBody>
      </p:sp>
      <p:sp>
        <p:nvSpPr>
          <p:cNvPr id="2172" name="Google Shape;2172;p38"/>
          <p:cNvSpPr txBox="1"/>
          <p:nvPr/>
        </p:nvSpPr>
        <p:spPr>
          <a:xfrm>
            <a:off x="596163" y="5135225"/>
            <a:ext cx="54006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a:solidFill>
                  <a:schemeClr val="dk1"/>
                </a:solidFill>
                <a:latin typeface="Times New Roman"/>
                <a:ea typeface="Times New Roman"/>
                <a:cs typeface="Times New Roman"/>
                <a:sym typeface="Times New Roman"/>
              </a:rPr>
              <a:t>Conclusion: </a:t>
            </a:r>
            <a:r>
              <a:rPr lang="nl-NL">
                <a:solidFill>
                  <a:schemeClr val="dk1"/>
                </a:solidFill>
                <a:latin typeface="Times New Roman"/>
                <a:ea typeface="Times New Roman"/>
                <a:cs typeface="Times New Roman"/>
                <a:sym typeface="Times New Roman"/>
              </a:rPr>
              <a:t>An increase in the memory coefficient leads to an increase in the necessary fraction required to flip the consensus.</a:t>
            </a:r>
            <a:endParaRPr>
              <a:latin typeface="Times New Roman"/>
              <a:ea typeface="Times New Roman"/>
              <a:cs typeface="Times New Roman"/>
              <a:sym typeface="Times New Roman"/>
            </a:endParaRPr>
          </a:p>
        </p:txBody>
      </p:sp>
      <p:cxnSp>
        <p:nvCxnSpPr>
          <p:cNvPr id="2173" name="Google Shape;2173;p38"/>
          <p:cNvCxnSpPr/>
          <p:nvPr/>
        </p:nvCxnSpPr>
        <p:spPr>
          <a:xfrm flipH="1" rot="10800000">
            <a:off x="7462926" y="2623975"/>
            <a:ext cx="539100" cy="2974200"/>
          </a:xfrm>
          <a:prstGeom prst="straightConnector1">
            <a:avLst/>
          </a:prstGeom>
          <a:noFill/>
          <a:ln cap="flat" cmpd="sng" w="38100">
            <a:solidFill>
              <a:srgbClr val="BC003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39"/>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2180" name="Google Shape;2180;p39"/>
          <p:cNvSpPr txBox="1"/>
          <p:nvPr>
            <p:ph type="title"/>
          </p:nvPr>
        </p:nvSpPr>
        <p:spPr>
          <a:xfrm>
            <a:off x="489326" y="709200"/>
            <a:ext cx="11702700" cy="8856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nl-NL"/>
              <a:t>Appendix: Clustering behaviour of Erdos-Renyi</a:t>
            </a:r>
            <a:endParaRPr/>
          </a:p>
        </p:txBody>
      </p:sp>
      <p:sp>
        <p:nvSpPr>
          <p:cNvPr id="2181" name="Google Shape;2181;p39"/>
          <p:cNvSpPr txBox="1"/>
          <p:nvPr>
            <p:ph idx="1" type="body"/>
          </p:nvPr>
        </p:nvSpPr>
        <p:spPr>
          <a:xfrm flipH="1">
            <a:off x="5466100" y="1745875"/>
            <a:ext cx="5865000" cy="3548700"/>
          </a:xfrm>
          <a:prstGeom prst="rect">
            <a:avLst/>
          </a:prstGeom>
        </p:spPr>
        <p:txBody>
          <a:bodyPr anchorCtr="0" anchor="ctr" bIns="0" lIns="0" spcFirstLastPara="1" rIns="0" wrap="square" tIns="0">
            <a:normAutofit/>
          </a:bodyPr>
          <a:lstStyle/>
          <a:p>
            <a:pPr indent="-349250" lvl="0" marL="457200" rtl="0" algn="l">
              <a:spcBef>
                <a:spcPts val="600"/>
              </a:spcBef>
              <a:spcAft>
                <a:spcPts val="0"/>
              </a:spcAft>
              <a:buSzPts val="1900"/>
              <a:buChar char="●"/>
            </a:pPr>
            <a:r>
              <a:rPr i="0" lang="nl-NL" sz="1900"/>
              <a:t>Static topology, but changing connected components</a:t>
            </a:r>
            <a:endParaRPr i="0" sz="1900"/>
          </a:p>
          <a:p>
            <a:pPr indent="-349250" lvl="0" marL="457200" rtl="0" algn="l">
              <a:spcBef>
                <a:spcPts val="0"/>
              </a:spcBef>
              <a:spcAft>
                <a:spcPts val="0"/>
              </a:spcAft>
              <a:buSzPts val="1900"/>
              <a:buChar char="●"/>
            </a:pPr>
            <a:r>
              <a:rPr i="0" lang="nl-NL" sz="1900"/>
              <a:t>Fraction of neighbouring nodes </a:t>
            </a:r>
            <a:endParaRPr i="0" sz="1900"/>
          </a:p>
          <a:p>
            <a:pPr indent="457200" lvl="0" marL="0" rtl="0" algn="l">
              <a:spcBef>
                <a:spcPts val="600"/>
              </a:spcBef>
              <a:spcAft>
                <a:spcPts val="0"/>
              </a:spcAft>
              <a:buNone/>
            </a:pPr>
            <a:r>
              <a:rPr i="0" lang="nl-NL" sz="1900"/>
              <a:t>which share a belief and edge.</a:t>
            </a:r>
            <a:endParaRPr i="0" sz="1900"/>
          </a:p>
          <a:p>
            <a:pPr indent="-349250" lvl="0" marL="457200" rtl="0" algn="l">
              <a:spcBef>
                <a:spcPts val="600"/>
              </a:spcBef>
              <a:spcAft>
                <a:spcPts val="0"/>
              </a:spcAft>
              <a:buSzPts val="1900"/>
              <a:buChar char="●"/>
            </a:pPr>
            <a:r>
              <a:rPr i="0" lang="nl-NL" sz="1900"/>
              <a:t>100 trials at each interval for each run</a:t>
            </a:r>
            <a:endParaRPr i="0" sz="1900"/>
          </a:p>
          <a:p>
            <a:pPr indent="0" lvl="0" marL="0" rtl="0" algn="l">
              <a:spcBef>
                <a:spcPts val="600"/>
              </a:spcBef>
              <a:spcAft>
                <a:spcPts val="0"/>
              </a:spcAft>
              <a:buNone/>
            </a:pPr>
            <a:r>
              <a:rPr i="0" lang="nl-NL" sz="1900"/>
              <a:t>Noisy state</a:t>
            </a:r>
            <a:endParaRPr i="0" sz="1900"/>
          </a:p>
          <a:p>
            <a:pPr indent="-349250" lvl="0" marL="457200" rtl="0" algn="l">
              <a:spcBef>
                <a:spcPts val="600"/>
              </a:spcBef>
              <a:spcAft>
                <a:spcPts val="0"/>
              </a:spcAft>
              <a:buSzPts val="1900"/>
              <a:buChar char="●"/>
            </a:pPr>
            <a:r>
              <a:rPr i="0" lang="nl-NL" sz="1900"/>
              <a:t>Low inverse temperature</a:t>
            </a:r>
            <a:endParaRPr i="0" sz="1900"/>
          </a:p>
          <a:p>
            <a:pPr indent="-349250" lvl="0" marL="457200" rtl="0" algn="l">
              <a:spcBef>
                <a:spcPts val="0"/>
              </a:spcBef>
              <a:spcAft>
                <a:spcPts val="0"/>
              </a:spcAft>
              <a:buSzPts val="1900"/>
              <a:buChar char="●"/>
            </a:pPr>
            <a:r>
              <a:rPr i="0" lang="nl-NL" sz="1900"/>
              <a:t>Low degree of average belief clustering</a:t>
            </a:r>
            <a:endParaRPr i="0" sz="1900"/>
          </a:p>
          <a:p>
            <a:pPr indent="-349250" lvl="0" marL="457200" rtl="0" algn="l">
              <a:spcBef>
                <a:spcPts val="0"/>
              </a:spcBef>
              <a:spcAft>
                <a:spcPts val="0"/>
              </a:spcAft>
              <a:buSzPts val="1900"/>
              <a:buChar char="●"/>
            </a:pPr>
            <a:r>
              <a:rPr i="0" lang="nl-NL" sz="1900"/>
              <a:t>Returns to chaos after an exposure event</a:t>
            </a:r>
            <a:endParaRPr i="0" sz="1900"/>
          </a:p>
          <a:p>
            <a:pPr indent="0" lvl="0" marL="457200" rtl="0" algn="l">
              <a:spcBef>
                <a:spcPts val="600"/>
              </a:spcBef>
              <a:spcAft>
                <a:spcPts val="600"/>
              </a:spcAft>
              <a:buNone/>
            </a:pPr>
            <a:r>
              <a:t/>
            </a:r>
            <a:endParaRPr i="0" sz="1900"/>
          </a:p>
        </p:txBody>
      </p:sp>
      <p:pic>
        <p:nvPicPr>
          <p:cNvPr id="2182" name="Google Shape;2182;p39" title="erdos_clust_coeff_noise_smaller.png"/>
          <p:cNvPicPr preferRelativeResize="0"/>
          <p:nvPr/>
        </p:nvPicPr>
        <p:blipFill>
          <a:blip r:embed="rId3">
            <a:alphaModFix/>
          </a:blip>
          <a:stretch>
            <a:fillRect/>
          </a:stretch>
        </p:blipFill>
        <p:spPr>
          <a:xfrm>
            <a:off x="479425" y="1650950"/>
            <a:ext cx="4457475" cy="511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40"/>
          <p:cNvSpPr txBox="1"/>
          <p:nvPr>
            <p:ph idx="1" type="body"/>
          </p:nvPr>
        </p:nvSpPr>
        <p:spPr>
          <a:xfrm>
            <a:off x="1726600" y="5161975"/>
            <a:ext cx="8213700" cy="898500"/>
          </a:xfrm>
          <a:prstGeom prst="rect">
            <a:avLst/>
          </a:prstGeom>
        </p:spPr>
        <p:txBody>
          <a:bodyPr anchorCtr="0" anchor="ctr" bIns="0" lIns="0" spcFirstLastPara="1" rIns="0" wrap="square" tIns="0">
            <a:normAutofit/>
          </a:bodyPr>
          <a:lstStyle/>
          <a:p>
            <a:pPr indent="0" lvl="0" marL="0" rtl="0" algn="l">
              <a:spcBef>
                <a:spcPts val="600"/>
              </a:spcBef>
              <a:spcAft>
                <a:spcPts val="600"/>
              </a:spcAft>
              <a:buNone/>
            </a:pPr>
            <a:r>
              <a:rPr i="0" lang="nl-NL" sz="1800"/>
              <a:t>Returns to a stable, high clustering degree, regardless of network-wide belief alignment.</a:t>
            </a:r>
            <a:endParaRPr i="0" sz="1800"/>
          </a:p>
        </p:txBody>
      </p:sp>
      <p:sp>
        <p:nvSpPr>
          <p:cNvPr id="2189" name="Google Shape;2189;p40"/>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pic>
        <p:nvPicPr>
          <p:cNvPr id="2190" name="Google Shape;2190;p40" title="erdos_clust_coeff_tipping_smaller.png"/>
          <p:cNvPicPr preferRelativeResize="0"/>
          <p:nvPr/>
        </p:nvPicPr>
        <p:blipFill>
          <a:blip r:embed="rId3">
            <a:alphaModFix/>
          </a:blip>
          <a:stretch>
            <a:fillRect/>
          </a:stretch>
        </p:blipFill>
        <p:spPr>
          <a:xfrm>
            <a:off x="4000875" y="765175"/>
            <a:ext cx="4025400" cy="4396800"/>
          </a:xfrm>
          <a:prstGeom prst="rect">
            <a:avLst/>
          </a:prstGeom>
          <a:noFill/>
          <a:ln>
            <a:noFill/>
          </a:ln>
        </p:spPr>
      </p:pic>
      <p:pic>
        <p:nvPicPr>
          <p:cNvPr id="2191" name="Google Shape;2191;p40" title="erdos_clust_coeff_vulnerable_smaller.png"/>
          <p:cNvPicPr preferRelativeResize="0"/>
          <p:nvPr/>
        </p:nvPicPr>
        <p:blipFill>
          <a:blip r:embed="rId4">
            <a:alphaModFix/>
          </a:blip>
          <a:stretch>
            <a:fillRect/>
          </a:stretch>
        </p:blipFill>
        <p:spPr>
          <a:xfrm>
            <a:off x="7778375" y="773273"/>
            <a:ext cx="3749350" cy="4396800"/>
          </a:xfrm>
          <a:prstGeom prst="rect">
            <a:avLst/>
          </a:prstGeom>
          <a:noFill/>
          <a:ln>
            <a:noFill/>
          </a:ln>
        </p:spPr>
      </p:pic>
      <p:pic>
        <p:nvPicPr>
          <p:cNvPr id="2192" name="Google Shape;2192;p40" title="erdos_clust_coeff_tipping_smaller.png"/>
          <p:cNvPicPr preferRelativeResize="0"/>
          <p:nvPr/>
        </p:nvPicPr>
        <p:blipFill rotWithShape="1">
          <a:blip r:embed="rId3">
            <a:alphaModFix/>
          </a:blip>
          <a:srcRect b="26559" l="104100" r="-104100" t="-26560"/>
          <a:stretch/>
        </p:blipFill>
        <p:spPr>
          <a:xfrm>
            <a:off x="8166350" y="691325"/>
            <a:ext cx="4762500" cy="5715000"/>
          </a:xfrm>
          <a:prstGeom prst="rect">
            <a:avLst/>
          </a:prstGeom>
          <a:noFill/>
          <a:ln>
            <a:noFill/>
          </a:ln>
        </p:spPr>
      </p:pic>
      <p:pic>
        <p:nvPicPr>
          <p:cNvPr id="2193" name="Google Shape;2193;p40" title="erdos_clust_coeff_recovery_smaller.png"/>
          <p:cNvPicPr preferRelativeResize="0"/>
          <p:nvPr/>
        </p:nvPicPr>
        <p:blipFill>
          <a:blip r:embed="rId5">
            <a:alphaModFix/>
          </a:blip>
          <a:stretch>
            <a:fillRect/>
          </a:stretch>
        </p:blipFill>
        <p:spPr>
          <a:xfrm>
            <a:off x="489600" y="765175"/>
            <a:ext cx="3664000" cy="4396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sp>
        <p:nvSpPr>
          <p:cNvPr id="2199" name="Google Shape;2199;p41"/>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nl-NL"/>
              <a:t>‹#›</a:t>
            </a:fld>
            <a:endParaRPr/>
          </a:p>
        </p:txBody>
      </p:sp>
      <p:sp>
        <p:nvSpPr>
          <p:cNvPr id="2200" name="Google Shape;2200;p41"/>
          <p:cNvSpPr txBox="1"/>
          <p:nvPr>
            <p:ph type="title"/>
          </p:nvPr>
        </p:nvSpPr>
        <p:spPr>
          <a:xfrm>
            <a:off x="489313" y="709200"/>
            <a:ext cx="11185200" cy="8856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nl-NL"/>
              <a:t>Summary of Findings</a:t>
            </a:r>
            <a:endParaRPr/>
          </a:p>
        </p:txBody>
      </p:sp>
      <p:sp>
        <p:nvSpPr>
          <p:cNvPr id="2201" name="Google Shape;2201;p41"/>
          <p:cNvSpPr txBox="1"/>
          <p:nvPr/>
        </p:nvSpPr>
        <p:spPr>
          <a:xfrm>
            <a:off x="624600" y="1702000"/>
            <a:ext cx="10653300" cy="1391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There exists a temperature threshold dividing order and chaos states.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The scale-free network is the least resilient to external influence of propaganda ( even a small fraction can convince the rest of the population).</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A population with strong cognitive inertia (memory coefficient) is more resilient.</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During the propaganda event, the clustering coefficient increases greatly in the high temp regime, but decreases otherwise. </a:t>
            </a:r>
            <a:endParaRPr b="1">
              <a:solidFill>
                <a:schemeClr val="dk1"/>
              </a:solidFill>
              <a:latin typeface="Times New Roman"/>
              <a:ea typeface="Times New Roman"/>
              <a:cs typeface="Times New Roman"/>
              <a:sym typeface="Times New Roman"/>
            </a:endParaRPr>
          </a:p>
        </p:txBody>
      </p:sp>
      <p:sp>
        <p:nvSpPr>
          <p:cNvPr id="2202" name="Google Shape;2202;p41"/>
          <p:cNvSpPr txBox="1"/>
          <p:nvPr/>
        </p:nvSpPr>
        <p:spPr>
          <a:xfrm>
            <a:off x="285250" y="3429000"/>
            <a:ext cx="68385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nl-NL" sz="4400">
                <a:solidFill>
                  <a:srgbClr val="BC0031"/>
                </a:solidFill>
                <a:latin typeface="Times New Roman"/>
                <a:ea typeface="Times New Roman"/>
                <a:cs typeface="Times New Roman"/>
                <a:sym typeface="Times New Roman"/>
              </a:rPr>
              <a:t>Validation</a:t>
            </a:r>
            <a:endParaRPr b="1" sz="4400">
              <a:solidFill>
                <a:srgbClr val="BC0031"/>
              </a:solidFill>
              <a:latin typeface="Times New Roman"/>
              <a:ea typeface="Times New Roman"/>
              <a:cs typeface="Times New Roman"/>
              <a:sym typeface="Times New Roman"/>
            </a:endParaRPr>
          </a:p>
        </p:txBody>
      </p:sp>
      <p:sp>
        <p:nvSpPr>
          <p:cNvPr id="2203" name="Google Shape;2203;p41"/>
          <p:cNvSpPr txBox="1"/>
          <p:nvPr/>
        </p:nvSpPr>
        <p:spPr>
          <a:xfrm>
            <a:off x="624417" y="4445050"/>
            <a:ext cx="6726000" cy="648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We cannot validate the model as no such dataset exists.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nl-NL">
                <a:solidFill>
                  <a:schemeClr val="dk1"/>
                </a:solidFill>
                <a:latin typeface="Times New Roman"/>
                <a:ea typeface="Times New Roman"/>
                <a:cs typeface="Times New Roman"/>
                <a:sym typeface="Times New Roman"/>
              </a:rPr>
              <a:t>This is just a model.</a:t>
            </a:r>
            <a:endParaRPr b="1">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8" name="Shape 2208"/>
        <p:cNvGrpSpPr/>
        <p:nvPr/>
      </p:nvGrpSpPr>
      <p:grpSpPr>
        <a:xfrm>
          <a:off x="0" y="0"/>
          <a:ext cx="0" cy="0"/>
          <a:chOff x="0" y="0"/>
          <a:chExt cx="0" cy="0"/>
        </a:xfrm>
      </p:grpSpPr>
      <p:sp>
        <p:nvSpPr>
          <p:cNvPr id="2209" name="Google Shape;2209;p42"/>
          <p:cNvSpPr txBox="1"/>
          <p:nvPr>
            <p:ph type="title"/>
          </p:nvPr>
        </p:nvSpPr>
        <p:spPr>
          <a:xfrm>
            <a:off x="338297" y="1654300"/>
            <a:ext cx="4391100" cy="8856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None/>
            </a:pPr>
            <a:r>
              <a:rPr lang="nl-NL"/>
              <a:t>Recipe for </a:t>
            </a:r>
            <a:br>
              <a:rPr lang="nl-NL"/>
            </a:br>
            <a:r>
              <a:rPr lang="nl-NL"/>
              <a:t>robust network </a:t>
            </a:r>
            <a:br>
              <a:rPr lang="nl-NL"/>
            </a:br>
            <a:r>
              <a:rPr lang="nl-NL"/>
              <a:t>dynamics</a:t>
            </a:r>
            <a:endParaRPr/>
          </a:p>
        </p:txBody>
      </p:sp>
      <p:sp>
        <p:nvSpPr>
          <p:cNvPr id="2210" name="Google Shape;2210;p42"/>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nl-NL"/>
              <a:t>‹#›</a:t>
            </a:fld>
            <a:endParaRPr/>
          </a:p>
        </p:txBody>
      </p:sp>
      <p:sp>
        <p:nvSpPr>
          <p:cNvPr id="2211" name="Google Shape;2211;p42"/>
          <p:cNvSpPr txBox="1"/>
          <p:nvPr/>
        </p:nvSpPr>
        <p:spPr>
          <a:xfrm>
            <a:off x="382272" y="4575925"/>
            <a:ext cx="10653300" cy="101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sz="2500">
                <a:solidFill>
                  <a:schemeClr val="dk1"/>
                </a:solidFill>
                <a:latin typeface="Times New Roman"/>
                <a:ea typeface="Times New Roman"/>
                <a:cs typeface="Times New Roman"/>
                <a:sym typeface="Times New Roman"/>
              </a:rPr>
              <a:t>Small-world-like topology: </a:t>
            </a:r>
            <a:r>
              <a:rPr lang="nl-NL" sz="2500">
                <a:solidFill>
                  <a:schemeClr val="dk1"/>
                </a:solidFill>
                <a:latin typeface="Times New Roman"/>
                <a:ea typeface="Times New Roman"/>
                <a:cs typeface="Times New Roman"/>
                <a:sym typeface="Times New Roman"/>
              </a:rPr>
              <a:t>The diameter of the network should be ≈ log(N) and you should introduce your friends to </a:t>
            </a:r>
            <a:r>
              <a:rPr lang="nl-NL" sz="2500">
                <a:solidFill>
                  <a:schemeClr val="dk1"/>
                </a:solidFill>
                <a:latin typeface="Times New Roman"/>
                <a:ea typeface="Times New Roman"/>
                <a:cs typeface="Times New Roman"/>
                <a:sym typeface="Times New Roman"/>
              </a:rPr>
              <a:t>each other</a:t>
            </a:r>
            <a:r>
              <a:rPr lang="nl-NL" sz="2500">
                <a:solidFill>
                  <a:schemeClr val="dk1"/>
                </a:solidFill>
                <a:latin typeface="Times New Roman"/>
                <a:ea typeface="Times New Roman"/>
                <a:cs typeface="Times New Roman"/>
                <a:sym typeface="Times New Roman"/>
              </a:rPr>
              <a:t>.</a:t>
            </a:r>
            <a:endParaRPr sz="2500">
              <a:solidFill>
                <a:schemeClr val="dk1"/>
              </a:solidFill>
              <a:latin typeface="Times New Roman"/>
              <a:ea typeface="Times New Roman"/>
              <a:cs typeface="Times New Roman"/>
              <a:sym typeface="Times New Roman"/>
            </a:endParaRPr>
          </a:p>
        </p:txBody>
      </p:sp>
      <p:pic>
        <p:nvPicPr>
          <p:cNvPr id="2212" name="Google Shape;2212;p42"/>
          <p:cNvPicPr preferRelativeResize="0"/>
          <p:nvPr/>
        </p:nvPicPr>
        <p:blipFill>
          <a:blip r:embed="rId3">
            <a:alphaModFix/>
          </a:blip>
          <a:stretch>
            <a:fillRect/>
          </a:stretch>
        </p:blipFill>
        <p:spPr>
          <a:xfrm>
            <a:off x="7927267" y="2140968"/>
            <a:ext cx="3084286" cy="2165207"/>
          </a:xfrm>
          <a:prstGeom prst="rect">
            <a:avLst/>
          </a:prstGeom>
          <a:noFill/>
          <a:ln>
            <a:noFill/>
          </a:ln>
        </p:spPr>
      </p:pic>
      <p:pic>
        <p:nvPicPr>
          <p:cNvPr id="2213" name="Google Shape;2213;p42"/>
          <p:cNvPicPr preferRelativeResize="0"/>
          <p:nvPr/>
        </p:nvPicPr>
        <p:blipFill>
          <a:blip r:embed="rId4">
            <a:alphaModFix/>
          </a:blip>
          <a:stretch>
            <a:fillRect/>
          </a:stretch>
        </p:blipFill>
        <p:spPr>
          <a:xfrm flipH="1">
            <a:off x="8256535" y="765175"/>
            <a:ext cx="3035090" cy="2107358"/>
          </a:xfrm>
          <a:prstGeom prst="rect">
            <a:avLst/>
          </a:prstGeom>
          <a:noFill/>
          <a:ln>
            <a:noFill/>
          </a:ln>
        </p:spPr>
      </p:pic>
      <p:pic>
        <p:nvPicPr>
          <p:cNvPr id="2214" name="Google Shape;2214;p42"/>
          <p:cNvPicPr preferRelativeResize="0"/>
          <p:nvPr/>
        </p:nvPicPr>
        <p:blipFill rotWithShape="1">
          <a:blip r:embed="rId5">
            <a:alphaModFix/>
          </a:blip>
          <a:srcRect b="22114" l="3376" r="4880" t="46905"/>
          <a:stretch/>
        </p:blipFill>
        <p:spPr>
          <a:xfrm rot="433780">
            <a:off x="5633935" y="3260384"/>
            <a:ext cx="3557721" cy="641758"/>
          </a:xfrm>
          <a:prstGeom prst="rect">
            <a:avLst/>
          </a:prstGeom>
          <a:noFill/>
          <a:ln>
            <a:noFill/>
          </a:ln>
        </p:spPr>
      </p:pic>
      <p:sp>
        <p:nvSpPr>
          <p:cNvPr id="2215" name="Google Shape;2215;p42"/>
          <p:cNvSpPr txBox="1"/>
          <p:nvPr/>
        </p:nvSpPr>
        <p:spPr>
          <a:xfrm>
            <a:off x="414500" y="5638800"/>
            <a:ext cx="111852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200"/>
              </a:spcAft>
              <a:buNone/>
            </a:pPr>
            <a:r>
              <a:rPr b="1" lang="nl-NL" sz="2500">
                <a:solidFill>
                  <a:schemeClr val="dk1"/>
                </a:solidFill>
                <a:latin typeface="Times New Roman"/>
                <a:ea typeface="Times New Roman"/>
                <a:cs typeface="Times New Roman"/>
                <a:sym typeface="Times New Roman"/>
              </a:rPr>
              <a:t>High cognitive inertia:</a:t>
            </a:r>
            <a:r>
              <a:rPr lang="nl-NL" sz="2500">
                <a:solidFill>
                  <a:schemeClr val="dk1"/>
                </a:solidFill>
                <a:latin typeface="Times New Roman"/>
                <a:ea typeface="Times New Roman"/>
                <a:cs typeface="Times New Roman"/>
                <a:sym typeface="Times New Roman"/>
              </a:rPr>
              <a:t> Be loyal to your past beliefs ✨ listen to your heart ✨</a:t>
            </a:r>
            <a:endParaRPr sz="2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43"/>
          <p:cNvSpPr txBox="1"/>
          <p:nvPr>
            <p:ph idx="12" type="sldNum"/>
          </p:nvPr>
        </p:nvSpPr>
        <p:spPr>
          <a:xfrm>
            <a:off x="11277963" y="7245424"/>
            <a:ext cx="360000" cy="151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nl-NL"/>
              <a:t>‹#›</a:t>
            </a:fld>
            <a:endParaRPr/>
          </a:p>
        </p:txBody>
      </p:sp>
      <p:sp>
        <p:nvSpPr>
          <p:cNvPr id="2222" name="Google Shape;2222;p43"/>
          <p:cNvSpPr txBox="1"/>
          <p:nvPr>
            <p:ph type="title"/>
          </p:nvPr>
        </p:nvSpPr>
        <p:spPr>
          <a:xfrm>
            <a:off x="4538850" y="2888400"/>
            <a:ext cx="3114300" cy="1081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nl-NL" sz="5500"/>
              <a:t>Questions</a:t>
            </a:r>
            <a:endParaRPr sz="5500"/>
          </a:p>
        </p:txBody>
      </p:sp>
    </p:spTree>
  </p:cSld>
  <p:clrMapOvr>
    <a:masterClrMapping/>
  </p:clrMapOvr>
</p:sld>
</file>

<file path=ppt/theme/theme1.xml><?xml version="1.0" encoding="utf-8"?>
<a:theme xmlns:a="http://schemas.openxmlformats.org/drawingml/2006/main" xmlns:r="http://schemas.openxmlformats.org/officeDocument/2006/relationships" name="blank">
  <a:themeElements>
    <a:clrScheme name="UvA">
      <a:dk1>
        <a:srgbClr val="000000"/>
      </a:dk1>
      <a:lt1>
        <a:srgbClr val="FFFFFF"/>
      </a:lt1>
      <a:dk2>
        <a:srgbClr val="1F1D21"/>
      </a:dk2>
      <a:lt2>
        <a:srgbClr val="FFFFFF"/>
      </a:lt2>
      <a:accent1>
        <a:srgbClr val="BC1E31"/>
      </a:accent1>
      <a:accent2>
        <a:srgbClr val="BEB511"/>
      </a:accent2>
      <a:accent3>
        <a:srgbClr val="90003E"/>
      </a:accent3>
      <a:accent4>
        <a:srgbClr val="257835"/>
      </a:accent4>
      <a:accent5>
        <a:srgbClr val="004E92"/>
      </a:accent5>
      <a:accent6>
        <a:srgbClr val="E98300"/>
      </a:accent6>
      <a:hlink>
        <a:srgbClr val="009CDD"/>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